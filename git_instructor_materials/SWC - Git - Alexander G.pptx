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46"/>
  </p:notesMasterIdLst>
  <p:sldIdLst>
    <p:sldId id="259" r:id="rId5"/>
    <p:sldId id="360" r:id="rId6"/>
    <p:sldId id="305" r:id="rId7"/>
    <p:sldId id="306" r:id="rId8"/>
    <p:sldId id="307" r:id="rId9"/>
    <p:sldId id="311" r:id="rId10"/>
    <p:sldId id="318" r:id="rId11"/>
    <p:sldId id="321" r:id="rId12"/>
    <p:sldId id="320" r:id="rId13"/>
    <p:sldId id="313" r:id="rId14"/>
    <p:sldId id="314" r:id="rId15"/>
    <p:sldId id="322" r:id="rId16"/>
    <p:sldId id="328" r:id="rId17"/>
    <p:sldId id="315" r:id="rId18"/>
    <p:sldId id="329" r:id="rId19"/>
    <p:sldId id="330" r:id="rId20"/>
    <p:sldId id="332" r:id="rId21"/>
    <p:sldId id="334" r:id="rId22"/>
    <p:sldId id="333" r:id="rId23"/>
    <p:sldId id="323" r:id="rId24"/>
    <p:sldId id="342" r:id="rId25"/>
    <p:sldId id="345" r:id="rId26"/>
    <p:sldId id="344" r:id="rId27"/>
    <p:sldId id="346" r:id="rId28"/>
    <p:sldId id="338" r:id="rId29"/>
    <p:sldId id="359" r:id="rId30"/>
    <p:sldId id="348" r:id="rId31"/>
    <p:sldId id="349" r:id="rId32"/>
    <p:sldId id="352" r:id="rId33"/>
    <p:sldId id="347" r:id="rId34"/>
    <p:sldId id="353" r:id="rId35"/>
    <p:sldId id="355" r:id="rId36"/>
    <p:sldId id="356" r:id="rId37"/>
    <p:sldId id="350" r:id="rId38"/>
    <p:sldId id="354" r:id="rId39"/>
    <p:sldId id="357" r:id="rId40"/>
    <p:sldId id="343" r:id="rId41"/>
    <p:sldId id="358" r:id="rId42"/>
    <p:sldId id="335" r:id="rId43"/>
    <p:sldId id="336" r:id="rId44"/>
    <p:sldId id="337" r:id="rId4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F5"/>
    <a:srgbClr val="FF6086"/>
    <a:srgbClr val="082344"/>
    <a:srgbClr val="F70014"/>
    <a:srgbClr val="00B8EA"/>
    <a:srgbClr val="ED6841"/>
    <a:srgbClr val="A50033"/>
    <a:srgbClr val="00A6D7"/>
    <a:srgbClr val="01B8C9"/>
    <a:srgbClr val="0176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0F0"/>
          </a:solidFill>
        </a:fill>
      </a:tcStyle>
    </a:wholeTbl>
    <a:band2H>
      <a:tcTxStyle/>
      <a:tcStyle>
        <a:tcBdr/>
        <a:fill>
          <a:solidFill>
            <a:srgbClr val="E6F0F7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7D4CE"/>
          </a:solidFill>
        </a:fill>
      </a:tcStyle>
    </a:wholeTbl>
    <a:band2H>
      <a:tcTxStyle/>
      <a:tcStyle>
        <a:tcBdr/>
        <a:fill>
          <a:solidFill>
            <a:srgbClr val="FBEB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9CCCC"/>
          </a:solidFill>
        </a:fill>
      </a:tcStyle>
    </a:wholeTbl>
    <a:band2H>
      <a:tcTxStyle/>
      <a:tcStyle>
        <a:tcBdr/>
        <a:fill>
          <a:solidFill>
            <a:srgbClr val="F4E7E7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0"/>
    <p:restoredTop sz="92153" autoAdjust="0"/>
  </p:normalViewPr>
  <p:slideViewPr>
    <p:cSldViewPr snapToGrid="0" snapToObjects="1">
      <p:cViewPr varScale="1">
        <p:scale>
          <a:sx n="118" d="100"/>
          <a:sy n="118" d="100"/>
        </p:scale>
        <p:origin x="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Garzón Díaz" userId="b403c006-f34f-4db7-b6f3-551134a244f6" providerId="ADAL" clId="{5052852F-41C0-384F-A704-9FB465EACF74}"/>
    <pc:docChg chg="custSel addSld modSld">
      <pc:chgData name="Alexander Garzón Díaz" userId="b403c006-f34f-4db7-b6f3-551134a244f6" providerId="ADAL" clId="{5052852F-41C0-384F-A704-9FB465EACF74}" dt="2024-05-19T16:13:42.920" v="805" actId="20577"/>
      <pc:docMkLst>
        <pc:docMk/>
      </pc:docMkLst>
      <pc:sldChg chg="modSp">
        <pc:chgData name="Alexander Garzón Díaz" userId="b403c006-f34f-4db7-b6f3-551134a244f6" providerId="ADAL" clId="{5052852F-41C0-384F-A704-9FB465EACF74}" dt="2024-05-19T15:57:19.571" v="417" actId="20577"/>
        <pc:sldMkLst>
          <pc:docMk/>
          <pc:sldMk cId="380965694" sldId="305"/>
        </pc:sldMkLst>
        <pc:spChg chg="mod">
          <ac:chgData name="Alexander Garzón Díaz" userId="b403c006-f34f-4db7-b6f3-551134a244f6" providerId="ADAL" clId="{5052852F-41C0-384F-A704-9FB465EACF74}" dt="2024-05-19T15:57:19.571" v="417" actId="20577"/>
          <ac:spMkLst>
            <pc:docMk/>
            <pc:sldMk cId="380965694" sldId="305"/>
            <ac:spMk id="3" creationId="{20106FF2-BD38-501A-647B-6AD4B8A4EE55}"/>
          </ac:spMkLst>
        </pc:spChg>
      </pc:sldChg>
      <pc:sldChg chg="modSp">
        <pc:chgData name="Alexander Garzón Díaz" userId="b403c006-f34f-4db7-b6f3-551134a244f6" providerId="ADAL" clId="{5052852F-41C0-384F-A704-9FB465EACF74}" dt="2024-05-19T16:11:54.617" v="652" actId="20577"/>
        <pc:sldMkLst>
          <pc:docMk/>
          <pc:sldMk cId="2987209128" sldId="316"/>
        </pc:sldMkLst>
        <pc:spChg chg="mod">
          <ac:chgData name="Alexander Garzón Díaz" userId="b403c006-f34f-4db7-b6f3-551134a244f6" providerId="ADAL" clId="{5052852F-41C0-384F-A704-9FB465EACF74}" dt="2024-05-19T16:09:18.077" v="458" actId="1076"/>
          <ac:spMkLst>
            <pc:docMk/>
            <pc:sldMk cId="2987209128" sldId="316"/>
            <ac:spMk id="2" creationId="{04C788F9-5970-0CEE-8A87-4DD11C5B2A05}"/>
          </ac:spMkLst>
        </pc:spChg>
        <pc:spChg chg="mod">
          <ac:chgData name="Alexander Garzón Díaz" userId="b403c006-f34f-4db7-b6f3-551134a244f6" providerId="ADAL" clId="{5052852F-41C0-384F-A704-9FB465EACF74}" dt="2024-05-19T16:11:54.617" v="652" actId="20577"/>
          <ac:spMkLst>
            <pc:docMk/>
            <pc:sldMk cId="2987209128" sldId="316"/>
            <ac:spMk id="3" creationId="{607D9153-3720-80E3-E095-39BC408E64B0}"/>
          </ac:spMkLst>
        </pc:spChg>
      </pc:sldChg>
      <pc:sldChg chg="addSp delSp modSp new">
        <pc:chgData name="Alexander Garzón Díaz" userId="b403c006-f34f-4db7-b6f3-551134a244f6" providerId="ADAL" clId="{5052852F-41C0-384F-A704-9FB465EACF74}" dt="2024-05-19T16:07:17.357" v="440" actId="478"/>
        <pc:sldMkLst>
          <pc:docMk/>
          <pc:sldMk cId="958193031" sldId="318"/>
        </pc:sldMkLst>
        <pc:spChg chg="mod">
          <ac:chgData name="Alexander Garzón Díaz" userId="b403c006-f34f-4db7-b6f3-551134a244f6" providerId="ADAL" clId="{5052852F-41C0-384F-A704-9FB465EACF74}" dt="2024-05-19T16:06:45.450" v="435" actId="20577"/>
          <ac:spMkLst>
            <pc:docMk/>
            <pc:sldMk cId="958193031" sldId="318"/>
            <ac:spMk id="2" creationId="{73D338FB-89F9-F80D-67C2-D7B7B9F7ED7B}"/>
          </ac:spMkLst>
        </pc:spChg>
        <pc:spChg chg="mod">
          <ac:chgData name="Alexander Garzón Díaz" userId="b403c006-f34f-4db7-b6f3-551134a244f6" providerId="ADAL" clId="{5052852F-41C0-384F-A704-9FB465EACF74}" dt="2024-05-19T16:06:52.110" v="436" actId="14100"/>
          <ac:spMkLst>
            <pc:docMk/>
            <pc:sldMk cId="958193031" sldId="318"/>
            <ac:spMk id="3" creationId="{CE58AA26-0E94-4222-CB72-3F1B57479620}"/>
          </ac:spMkLst>
        </pc:spChg>
        <pc:graphicFrameChg chg="add del mod modGraphic">
          <ac:chgData name="Alexander Garzón Díaz" userId="b403c006-f34f-4db7-b6f3-551134a244f6" providerId="ADAL" clId="{5052852F-41C0-384F-A704-9FB465EACF74}" dt="2024-05-19T16:07:17.357" v="440" actId="478"/>
          <ac:graphicFrameMkLst>
            <pc:docMk/>
            <pc:sldMk cId="958193031" sldId="318"/>
            <ac:graphicFrameMk id="4" creationId="{B6E93F37-6BAF-6696-A6A1-426FE61EB342}"/>
          </ac:graphicFrameMkLst>
        </pc:graphicFrameChg>
      </pc:sldChg>
      <pc:sldChg chg="addSp modSp new mod modClrScheme chgLayout">
        <pc:chgData name="Alexander Garzón Díaz" userId="b403c006-f34f-4db7-b6f3-551134a244f6" providerId="ADAL" clId="{5052852F-41C0-384F-A704-9FB465EACF74}" dt="2024-05-19T16:13:42.920" v="805" actId="20577"/>
        <pc:sldMkLst>
          <pc:docMk/>
          <pc:sldMk cId="1055229116" sldId="319"/>
        </pc:sldMkLst>
        <pc:spChg chg="mod ord">
          <ac:chgData name="Alexander Garzón Díaz" userId="b403c006-f34f-4db7-b6f3-551134a244f6" providerId="ADAL" clId="{5052852F-41C0-384F-A704-9FB465EACF74}" dt="2024-05-19T16:13:42.920" v="805" actId="20577"/>
          <ac:spMkLst>
            <pc:docMk/>
            <pc:sldMk cId="1055229116" sldId="319"/>
            <ac:spMk id="2" creationId="{4E7BA270-11A9-9EF0-A308-5C01188846F5}"/>
          </ac:spMkLst>
        </pc:spChg>
        <pc:spChg chg="add mod ord">
          <ac:chgData name="Alexander Garzón Díaz" userId="b403c006-f34f-4db7-b6f3-551134a244f6" providerId="ADAL" clId="{5052852F-41C0-384F-A704-9FB465EACF74}" dt="2024-05-19T16:12:26.512" v="666" actId="20577"/>
          <ac:spMkLst>
            <pc:docMk/>
            <pc:sldMk cId="1055229116" sldId="319"/>
            <ac:spMk id="3" creationId="{9C4103D4-A8C5-35F6-C4F7-CEE9BB6602B4}"/>
          </ac:spMkLst>
        </pc:spChg>
      </pc:sldChg>
    </pc:docChg>
  </pc:docChgLst>
  <pc:docChgLst>
    <pc:chgData name="Alexander Garzón Díaz" userId="b403c006-f34f-4db7-b6f3-551134a244f6" providerId="ADAL" clId="{A93C33B0-41B7-4001-9155-1D80187CC010}"/>
    <pc:docChg chg="undo redo custSel addSld delSld modSld sldOrd addMainMaster delMainMaster modMainMaster modShowInfo">
      <pc:chgData name="Alexander Garzón Díaz" userId="b403c006-f34f-4db7-b6f3-551134a244f6" providerId="ADAL" clId="{A93C33B0-41B7-4001-9155-1D80187CC010}" dt="2024-05-30T12:08:03.999" v="7145"/>
      <pc:docMkLst>
        <pc:docMk/>
      </pc:docMkLst>
      <pc:sldChg chg="del">
        <pc:chgData name="Alexander Garzón Díaz" userId="b403c006-f34f-4db7-b6f3-551134a244f6" providerId="ADAL" clId="{A93C33B0-41B7-4001-9155-1D80187CC010}" dt="2024-05-04T08:45:04.045" v="0" actId="47"/>
        <pc:sldMkLst>
          <pc:docMk/>
          <pc:sldMk cId="0" sldId="258"/>
        </pc:sldMkLst>
      </pc:sldChg>
      <pc:sldChg chg="addSp delSp modSp mod modTransition modClrScheme chgLayout">
        <pc:chgData name="Alexander Garzón Díaz" userId="b403c006-f34f-4db7-b6f3-551134a244f6" providerId="ADAL" clId="{A93C33B0-41B7-4001-9155-1D80187CC010}" dt="2024-05-04T10:48:53.820" v="1661"/>
        <pc:sldMkLst>
          <pc:docMk/>
          <pc:sldMk cId="0" sldId="259"/>
        </pc:sldMkLst>
        <pc:spChg chg="add del mod">
          <ac:chgData name="Alexander Garzón Díaz" userId="b403c006-f34f-4db7-b6f3-551134a244f6" providerId="ADAL" clId="{A93C33B0-41B7-4001-9155-1D80187CC010}" dt="2024-05-04T08:50:20.389" v="87" actId="478"/>
          <ac:spMkLst>
            <pc:docMk/>
            <pc:sldMk cId="0" sldId="259"/>
            <ac:spMk id="5" creationId="{49B43B1F-C0DF-2B3B-EA75-3EF30C47D888}"/>
          </ac:spMkLst>
        </pc:spChg>
        <pc:spChg chg="add del mod">
          <ac:chgData name="Alexander Garzón Díaz" userId="b403c006-f34f-4db7-b6f3-551134a244f6" providerId="ADAL" clId="{A93C33B0-41B7-4001-9155-1D80187CC010}" dt="2024-05-04T08:50:09.386" v="84" actId="26606"/>
          <ac:spMkLst>
            <pc:docMk/>
            <pc:sldMk cId="0" sldId="259"/>
            <ac:spMk id="3152" creationId="{00000000-0000-0000-0000-000000000000}"/>
          </ac:spMkLst>
        </pc:spChg>
        <pc:spChg chg="add del mod ord">
          <ac:chgData name="Alexander Garzón Díaz" userId="b403c006-f34f-4db7-b6f3-551134a244f6" providerId="ADAL" clId="{A93C33B0-41B7-4001-9155-1D80187CC010}" dt="2024-05-04T08:50:18.826" v="86" actId="478"/>
          <ac:spMkLst>
            <pc:docMk/>
            <pc:sldMk cId="0" sldId="259"/>
            <ac:spMk id="3153" creationId="{00000000-0000-0000-0000-000000000000}"/>
          </ac:spMkLst>
        </pc:spChg>
        <pc:spChg chg="add del mod replId">
          <ac:chgData name="Alexander Garzón Díaz" userId="b403c006-f34f-4db7-b6f3-551134a244f6" providerId="ADAL" clId="{A93C33B0-41B7-4001-9155-1D80187CC010}" dt="2024-05-04T08:50:24.104" v="88" actId="1076"/>
          <ac:spMkLst>
            <pc:docMk/>
            <pc:sldMk cId="0" sldId="259"/>
            <ac:spMk id="3154" creationId="{00000000-0000-0000-0000-000000000000}"/>
          </ac:spMkLst>
        </pc:spChg>
        <pc:grpChg chg="del">
          <ac:chgData name="Alexander Garzón Díaz" userId="b403c006-f34f-4db7-b6f3-551134a244f6" providerId="ADAL" clId="{A93C33B0-41B7-4001-9155-1D80187CC010}" dt="2024-05-04T08:46:06.960" v="50" actId="478"/>
          <ac:grpSpMkLst>
            <pc:docMk/>
            <pc:sldMk cId="0" sldId="259"/>
            <ac:grpSpMk id="3151" creationId="{00000000-0000-0000-0000-000000000000}"/>
          </ac:grpSpMkLst>
        </pc:grpChg>
        <pc:picChg chg="add mod">
          <ac:chgData name="Alexander Garzón Díaz" userId="b403c006-f34f-4db7-b6f3-551134a244f6" providerId="ADAL" clId="{A93C33B0-41B7-4001-9155-1D80187CC010}" dt="2024-05-04T08:51:09.555" v="125" actId="1076"/>
          <ac:picMkLst>
            <pc:docMk/>
            <pc:sldMk cId="0" sldId="259"/>
            <ac:picMk id="3" creationId="{D20460BC-97D2-954B-4580-DCFA05BF898A}"/>
          </ac:picMkLst>
        </pc:picChg>
        <pc:picChg chg="add del mod">
          <ac:chgData name="Alexander Garzón Díaz" userId="b403c006-f34f-4db7-b6f3-551134a244f6" providerId="ADAL" clId="{A93C33B0-41B7-4001-9155-1D80187CC010}" dt="2024-05-04T08:49:09.843" v="67" actId="21"/>
          <ac:picMkLst>
            <pc:docMk/>
            <pc:sldMk cId="0" sldId="259"/>
            <ac:picMk id="1026" creationId="{5DDD685C-0B0F-C4DB-4B0A-50FF341C3BFB}"/>
          </ac:picMkLst>
        </pc:picChg>
        <pc:picChg chg="add">
          <ac:chgData name="Alexander Garzón Díaz" userId="b403c006-f34f-4db7-b6f3-551134a244f6" providerId="ADAL" clId="{A93C33B0-41B7-4001-9155-1D80187CC010}" dt="2024-05-04T08:47:51.466" v="63"/>
          <ac:picMkLst>
            <pc:docMk/>
            <pc:sldMk cId="0" sldId="259"/>
            <ac:picMk id="1028" creationId="{7597B46F-1F22-E713-0CB3-E4E430B6C3C3}"/>
          </ac:picMkLst>
        </pc:picChg>
      </pc:sldChg>
      <pc:sldChg chg="del">
        <pc:chgData name="Alexander Garzón Díaz" userId="b403c006-f34f-4db7-b6f3-551134a244f6" providerId="ADAL" clId="{A93C33B0-41B7-4001-9155-1D80187CC010}" dt="2024-05-04T08:51:14.442" v="126" actId="47"/>
        <pc:sldMkLst>
          <pc:docMk/>
          <pc:sldMk cId="0" sldId="260"/>
        </pc:sldMkLst>
      </pc:sldChg>
      <pc:sldChg chg="modSp del">
        <pc:chgData name="Alexander Garzón Díaz" userId="b403c006-f34f-4db7-b6f3-551134a244f6" providerId="ADAL" clId="{A93C33B0-41B7-4001-9155-1D80187CC010}" dt="2024-05-24T06:46:32.718" v="7028" actId="47"/>
        <pc:sldMkLst>
          <pc:docMk/>
          <pc:sldMk cId="0" sldId="262"/>
        </pc:sldMkLst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2"/>
            <ac:spMk id="3168" creationId="{00000000-0000-0000-0000-000000000000}"/>
          </ac:spMkLst>
        </pc:spChg>
      </pc:sldChg>
      <pc:sldChg chg="modSp del mod">
        <pc:chgData name="Alexander Garzón Díaz" userId="b403c006-f34f-4db7-b6f3-551134a244f6" providerId="ADAL" clId="{A93C33B0-41B7-4001-9155-1D80187CC010}" dt="2024-05-24T06:46:33.291" v="7029" actId="47"/>
        <pc:sldMkLst>
          <pc:docMk/>
          <pc:sldMk cId="0" sldId="263"/>
        </pc:sldMkLst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3"/>
            <ac:spMk id="3172" creationId="{00000000-0000-0000-0000-000000000000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3"/>
            <ac:spMk id="3176" creationId="{00000000-0000-0000-0000-000000000000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3"/>
            <ac:spMk id="3177" creationId="{00000000-0000-0000-0000-000000000000}"/>
          </ac:spMkLst>
        </pc:spChg>
      </pc:sldChg>
      <pc:sldChg chg="modSp del mod">
        <pc:chgData name="Alexander Garzón Díaz" userId="b403c006-f34f-4db7-b6f3-551134a244f6" providerId="ADAL" clId="{A93C33B0-41B7-4001-9155-1D80187CC010}" dt="2024-05-24T06:46:33.717" v="7030" actId="47"/>
        <pc:sldMkLst>
          <pc:docMk/>
          <pc:sldMk cId="0" sldId="264"/>
        </pc:sldMkLst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4"/>
            <ac:spMk id="3181" creationId="{00000000-0000-0000-0000-000000000000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4"/>
            <ac:spMk id="3185" creationId="{00000000-0000-0000-0000-000000000000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4"/>
            <ac:spMk id="3186" creationId="{00000000-0000-0000-0000-000000000000}"/>
          </ac:spMkLst>
        </pc:spChg>
      </pc:sldChg>
      <pc:sldChg chg="modSp del mod">
        <pc:chgData name="Alexander Garzón Díaz" userId="b403c006-f34f-4db7-b6f3-551134a244f6" providerId="ADAL" clId="{A93C33B0-41B7-4001-9155-1D80187CC010}" dt="2024-05-24T06:46:34.265" v="7031" actId="47"/>
        <pc:sldMkLst>
          <pc:docMk/>
          <pc:sldMk cId="0" sldId="265"/>
        </pc:sldMkLst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5"/>
            <ac:spMk id="3190" creationId="{00000000-0000-0000-0000-000000000000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5"/>
            <ac:spMk id="3194" creationId="{00000000-0000-0000-0000-000000000000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5"/>
            <ac:spMk id="3195" creationId="{00000000-0000-0000-0000-000000000000}"/>
          </ac:spMkLst>
        </pc:spChg>
      </pc:sldChg>
      <pc:sldChg chg="modSp del mod">
        <pc:chgData name="Alexander Garzón Díaz" userId="b403c006-f34f-4db7-b6f3-551134a244f6" providerId="ADAL" clId="{A93C33B0-41B7-4001-9155-1D80187CC010}" dt="2024-05-24T06:46:34.896" v="7032" actId="47"/>
        <pc:sldMkLst>
          <pc:docMk/>
          <pc:sldMk cId="0" sldId="266"/>
        </pc:sldMkLst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6"/>
            <ac:spMk id="3203" creationId="{00000000-0000-0000-0000-000000000000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6"/>
            <ac:spMk id="3207" creationId="{00000000-0000-0000-0000-000000000000}"/>
          </ac:spMkLst>
        </pc:spChg>
      </pc:sldChg>
      <pc:sldChg chg="modSp del mod">
        <pc:chgData name="Alexander Garzón Díaz" userId="b403c006-f34f-4db7-b6f3-551134a244f6" providerId="ADAL" clId="{A93C33B0-41B7-4001-9155-1D80187CC010}" dt="2024-05-24T06:46:35.522" v="7033" actId="47"/>
        <pc:sldMkLst>
          <pc:docMk/>
          <pc:sldMk cId="0" sldId="267"/>
        </pc:sldMkLst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7"/>
            <ac:spMk id="3211" creationId="{00000000-0000-0000-0000-000000000000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7"/>
            <ac:spMk id="3215" creationId="{00000000-0000-0000-0000-000000000000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7"/>
            <ac:spMk id="3216" creationId="{00000000-0000-0000-0000-000000000000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7"/>
            <ac:spMk id="3219" creationId="{00000000-0000-0000-0000-000000000000}"/>
          </ac:spMkLst>
        </pc:spChg>
      </pc:sldChg>
      <pc:sldChg chg="modSp del mod">
        <pc:chgData name="Alexander Garzón Díaz" userId="b403c006-f34f-4db7-b6f3-551134a244f6" providerId="ADAL" clId="{A93C33B0-41B7-4001-9155-1D80187CC010}" dt="2024-05-24T06:46:36.575" v="7034" actId="47"/>
        <pc:sldMkLst>
          <pc:docMk/>
          <pc:sldMk cId="0" sldId="268"/>
        </pc:sldMkLst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8"/>
            <ac:spMk id="3224" creationId="{00000000-0000-0000-0000-000000000000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8"/>
            <ac:spMk id="3225" creationId="{00000000-0000-0000-0000-000000000000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8"/>
            <ac:spMk id="3226" creationId="{00000000-0000-0000-0000-000000000000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8"/>
            <ac:spMk id="3227" creationId="{00000000-0000-0000-0000-000000000000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8"/>
            <ac:spMk id="3228" creationId="{00000000-0000-0000-0000-000000000000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8"/>
            <ac:spMk id="3229" creationId="{00000000-0000-0000-0000-000000000000}"/>
          </ac:spMkLst>
        </pc:spChg>
      </pc:sldChg>
      <pc:sldChg chg="modSp del">
        <pc:chgData name="Alexander Garzón Díaz" userId="b403c006-f34f-4db7-b6f3-551134a244f6" providerId="ADAL" clId="{A93C33B0-41B7-4001-9155-1D80187CC010}" dt="2024-05-24T06:46:37.511" v="7035" actId="47"/>
        <pc:sldMkLst>
          <pc:docMk/>
          <pc:sldMk cId="0" sldId="269"/>
        </pc:sldMkLst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9"/>
            <ac:spMk id="3233" creationId="{00000000-0000-0000-0000-000000000000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69"/>
            <ac:spMk id="3238" creationId="{00000000-0000-0000-0000-000000000000}"/>
          </ac:spMkLst>
        </pc:spChg>
        <pc:picChg chg="mod">
          <ac:chgData name="Alexander Garzón Díaz" userId="b403c006-f34f-4db7-b6f3-551134a244f6" providerId="ADAL" clId="{A93C33B0-41B7-4001-9155-1D80187CC010}" dt="2024-05-04T09:20:15.088" v="206"/>
          <ac:picMkLst>
            <pc:docMk/>
            <pc:sldMk cId="0" sldId="269"/>
            <ac:picMk id="3234" creationId="{00000000-0000-0000-0000-000000000000}"/>
          </ac:picMkLst>
        </pc:picChg>
      </pc:sldChg>
      <pc:sldChg chg="modSp del mod">
        <pc:chgData name="Alexander Garzón Díaz" userId="b403c006-f34f-4db7-b6f3-551134a244f6" providerId="ADAL" clId="{A93C33B0-41B7-4001-9155-1D80187CC010}" dt="2024-05-24T06:46:38.639" v="7036" actId="47"/>
        <pc:sldMkLst>
          <pc:docMk/>
          <pc:sldMk cId="0" sldId="270"/>
        </pc:sldMkLst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70"/>
            <ac:spMk id="3246" creationId="{00000000-0000-0000-0000-000000000000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70"/>
            <ac:spMk id="3250" creationId="{00000000-0000-0000-0000-000000000000}"/>
          </ac:spMkLst>
        </pc:spChg>
      </pc:sldChg>
      <pc:sldChg chg="modSp del mod">
        <pc:chgData name="Alexander Garzón Díaz" userId="b403c006-f34f-4db7-b6f3-551134a244f6" providerId="ADAL" clId="{A93C33B0-41B7-4001-9155-1D80187CC010}" dt="2024-05-24T06:46:39.252" v="7037" actId="47"/>
        <pc:sldMkLst>
          <pc:docMk/>
          <pc:sldMk cId="0" sldId="271"/>
        </pc:sldMkLst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71"/>
            <ac:spMk id="3252" creationId="{00000000-0000-0000-0000-000000000000}"/>
          </ac:spMkLst>
        </pc:spChg>
      </pc:sldChg>
      <pc:sldChg chg="modSp del mod">
        <pc:chgData name="Alexander Garzón Díaz" userId="b403c006-f34f-4db7-b6f3-551134a244f6" providerId="ADAL" clId="{A93C33B0-41B7-4001-9155-1D80187CC010}" dt="2024-05-24T06:46:39.870" v="7038" actId="47"/>
        <pc:sldMkLst>
          <pc:docMk/>
          <pc:sldMk cId="0" sldId="272"/>
        </pc:sldMkLst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72"/>
            <ac:spMk id="3260" creationId="{00000000-0000-0000-0000-000000000000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72"/>
            <ac:spMk id="3261" creationId="{00000000-0000-0000-0000-000000000000}"/>
          </ac:spMkLst>
        </pc:spChg>
      </pc:sldChg>
      <pc:sldChg chg="modSp del mod">
        <pc:chgData name="Alexander Garzón Díaz" userId="b403c006-f34f-4db7-b6f3-551134a244f6" providerId="ADAL" clId="{A93C33B0-41B7-4001-9155-1D80187CC010}" dt="2024-05-24T06:46:40.509" v="7039" actId="47"/>
        <pc:sldMkLst>
          <pc:docMk/>
          <pc:sldMk cId="0" sldId="273"/>
        </pc:sldMkLst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0" sldId="273"/>
            <ac:spMk id="3264" creationId="{00000000-0000-0000-0000-000000000000}"/>
          </ac:spMkLst>
        </pc:spChg>
      </pc:sldChg>
      <pc:sldChg chg="del">
        <pc:chgData name="Alexander Garzón Díaz" userId="b403c006-f34f-4db7-b6f3-551134a244f6" providerId="ADAL" clId="{A93C33B0-41B7-4001-9155-1D80187CC010}" dt="2024-05-04T08:45:06.949" v="1" actId="47"/>
        <pc:sldMkLst>
          <pc:docMk/>
          <pc:sldMk cId="3070744067" sldId="302"/>
        </pc:sldMkLst>
      </pc:sldChg>
      <pc:sldChg chg="modSp del">
        <pc:chgData name="Alexander Garzón Díaz" userId="b403c006-f34f-4db7-b6f3-551134a244f6" providerId="ADAL" clId="{A93C33B0-41B7-4001-9155-1D80187CC010}" dt="2024-05-24T06:46:32.118" v="7027" actId="47"/>
        <pc:sldMkLst>
          <pc:docMk/>
          <pc:sldMk cId="3554782598" sldId="303"/>
        </pc:sldMkLst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3554782598" sldId="303"/>
            <ac:spMk id="15" creationId="{68E23B95-0427-4519-B3CF-686C9286D4F6}"/>
          </ac:spMkLst>
        </pc:spChg>
      </pc:sldChg>
      <pc:sldChg chg="modSp del mod">
        <pc:chgData name="Alexander Garzón Díaz" userId="b403c006-f34f-4db7-b6f3-551134a244f6" providerId="ADAL" clId="{A93C33B0-41B7-4001-9155-1D80187CC010}" dt="2024-05-24T06:46:41.289" v="7040" actId="47"/>
        <pc:sldMkLst>
          <pc:docMk/>
          <pc:sldMk cId="1062321597" sldId="304"/>
        </pc:sldMkLst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1062321597" sldId="304"/>
            <ac:spMk id="5" creationId="{0519F502-C245-4036-9F1B-103CAB35873E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1062321597" sldId="304"/>
            <ac:spMk id="34" creationId="{55F2191D-2484-4649-8731-A1464E3FA455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1062321597" sldId="304"/>
            <ac:spMk id="47" creationId="{43B21ADF-AC91-4738-AAFA-9356794F9379}"/>
          </ac:spMkLst>
        </pc:spChg>
      </pc:sldChg>
      <pc:sldChg chg="addSp delSp modSp new mod modTransition modAnim">
        <pc:chgData name="Alexander Garzón Díaz" userId="b403c006-f34f-4db7-b6f3-551134a244f6" providerId="ADAL" clId="{A93C33B0-41B7-4001-9155-1D80187CC010}" dt="2024-05-24T06:49:04.704" v="7047"/>
        <pc:sldMkLst>
          <pc:docMk/>
          <pc:sldMk cId="380965694" sldId="305"/>
        </pc:sldMkLst>
        <pc:spChg chg="mod">
          <ac:chgData name="Alexander Garzón Díaz" userId="b403c006-f34f-4db7-b6f3-551134a244f6" providerId="ADAL" clId="{A93C33B0-41B7-4001-9155-1D80187CC010}" dt="2024-05-04T10:38:19.290" v="1607" actId="20577"/>
          <ac:spMkLst>
            <pc:docMk/>
            <pc:sldMk cId="380965694" sldId="305"/>
            <ac:spMk id="2" creationId="{78E21F05-D115-DFEE-668E-7715AC49F120}"/>
          </ac:spMkLst>
        </pc:spChg>
        <pc:spChg chg="mod">
          <ac:chgData name="Alexander Garzón Díaz" userId="b403c006-f34f-4db7-b6f3-551134a244f6" providerId="ADAL" clId="{A93C33B0-41B7-4001-9155-1D80187CC010}" dt="2024-05-20T08:22:42.669" v="1748" actId="20577"/>
          <ac:spMkLst>
            <pc:docMk/>
            <pc:sldMk cId="380965694" sldId="305"/>
            <ac:spMk id="3" creationId="{20106FF2-BD38-501A-647B-6AD4B8A4EE55}"/>
          </ac:spMkLst>
        </pc:spChg>
        <pc:graphicFrameChg chg="add del mod modGraphic">
          <ac:chgData name="Alexander Garzón Díaz" userId="b403c006-f34f-4db7-b6f3-551134a244f6" providerId="ADAL" clId="{A93C33B0-41B7-4001-9155-1D80187CC010}" dt="2024-05-04T08:57:37.691" v="151" actId="478"/>
          <ac:graphicFrameMkLst>
            <pc:docMk/>
            <pc:sldMk cId="380965694" sldId="305"/>
            <ac:graphicFrameMk id="5" creationId="{B2ACD4F3-8487-AB9D-550E-C19032F4E94F}"/>
          </ac:graphicFrameMkLst>
        </pc:graphicFrameChg>
        <pc:picChg chg="add del mod">
          <ac:chgData name="Alexander Garzón Díaz" userId="b403c006-f34f-4db7-b6f3-551134a244f6" providerId="ADAL" clId="{A93C33B0-41B7-4001-9155-1D80187CC010}" dt="2024-05-04T08:49:16.317" v="70" actId="478"/>
          <ac:picMkLst>
            <pc:docMk/>
            <pc:sldMk cId="380965694" sldId="305"/>
            <ac:picMk id="1026" creationId="{5DDD685C-0B0F-C4DB-4B0A-50FF341C3BFB}"/>
          </ac:picMkLst>
        </pc:picChg>
        <pc:picChg chg="add mod">
          <ac:chgData name="Alexander Garzón Díaz" userId="b403c006-f34f-4db7-b6f3-551134a244f6" providerId="ADAL" clId="{A93C33B0-41B7-4001-9155-1D80187CC010}" dt="2024-05-04T08:49:40.207" v="80" actId="1076"/>
          <ac:picMkLst>
            <pc:docMk/>
            <pc:sldMk cId="380965694" sldId="305"/>
            <ac:picMk id="2050" creationId="{7E91715F-54BF-0E20-D55F-4DF8959CB199}"/>
          </ac:picMkLst>
        </pc:picChg>
      </pc:sldChg>
      <pc:sldChg chg="addSp delSp modSp new mod ord modTransition">
        <pc:chgData name="Alexander Garzón Díaz" userId="b403c006-f34f-4db7-b6f3-551134a244f6" providerId="ADAL" clId="{A93C33B0-41B7-4001-9155-1D80187CC010}" dt="2024-05-04T10:48:53.820" v="1661"/>
        <pc:sldMkLst>
          <pc:docMk/>
          <pc:sldMk cId="3171971812" sldId="306"/>
        </pc:sldMkLst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3171971812" sldId="306"/>
            <ac:spMk id="2" creationId="{BE013569-ADA1-02A8-C538-CFA1D3DCB587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3171971812" sldId="306"/>
            <ac:spMk id="3" creationId="{10C99B3E-57A9-0D39-C4A5-69E27A0B24B8}"/>
          </ac:spMkLst>
        </pc:spChg>
        <pc:spChg chg="add">
          <ac:chgData name="Alexander Garzón Díaz" userId="b403c006-f34f-4db7-b6f3-551134a244f6" providerId="ADAL" clId="{A93C33B0-41B7-4001-9155-1D80187CC010}" dt="2024-05-04T08:58:15.945" v="153"/>
          <ac:spMkLst>
            <pc:docMk/>
            <pc:sldMk cId="3171971812" sldId="306"/>
            <ac:spMk id="4" creationId="{985C4324-40CF-555E-C8D3-0C03C780CC66}"/>
          </ac:spMkLst>
        </pc:spChg>
        <pc:spChg chg="add mod">
          <ac:chgData name="Alexander Garzón Díaz" userId="b403c006-f34f-4db7-b6f3-551134a244f6" providerId="ADAL" clId="{A93C33B0-41B7-4001-9155-1D80187CC010}" dt="2024-05-04T08:58:23.562" v="155"/>
          <ac:spMkLst>
            <pc:docMk/>
            <pc:sldMk cId="3171971812" sldId="306"/>
            <ac:spMk id="5" creationId="{C8FC2D75-55E7-CF90-E94E-4F0612882BD5}"/>
          </ac:spMkLst>
        </pc:spChg>
        <pc:spChg chg="add del mod">
          <ac:chgData name="Alexander Garzón Díaz" userId="b403c006-f34f-4db7-b6f3-551134a244f6" providerId="ADAL" clId="{A93C33B0-41B7-4001-9155-1D80187CC010}" dt="2024-05-04T08:58:56.469" v="157" actId="478"/>
          <ac:spMkLst>
            <pc:docMk/>
            <pc:sldMk cId="3171971812" sldId="306"/>
            <ac:spMk id="6" creationId="{E1DCCCE5-82E2-FD2F-502C-2E28A5FD8861}"/>
          </ac:spMkLst>
        </pc:spChg>
        <pc:picChg chg="add mod">
          <ac:chgData name="Alexander Garzón Díaz" userId="b403c006-f34f-4db7-b6f3-551134a244f6" providerId="ADAL" clId="{A93C33B0-41B7-4001-9155-1D80187CC010}" dt="2024-05-04T08:59:42.541" v="163" actId="1076"/>
          <ac:picMkLst>
            <pc:docMk/>
            <pc:sldMk cId="3171971812" sldId="306"/>
            <ac:picMk id="8" creationId="{CBE16E13-8565-594B-777A-7612C4ED04BF}"/>
          </ac:picMkLst>
        </pc:picChg>
      </pc:sldChg>
      <pc:sldChg chg="new del">
        <pc:chgData name="Alexander Garzón Díaz" userId="b403c006-f34f-4db7-b6f3-551134a244f6" providerId="ADAL" clId="{A93C33B0-41B7-4001-9155-1D80187CC010}" dt="2024-05-04T08:57:33.734" v="149" actId="47"/>
        <pc:sldMkLst>
          <pc:docMk/>
          <pc:sldMk cId="4227540671" sldId="306"/>
        </pc:sldMkLst>
      </pc:sldChg>
      <pc:sldChg chg="new del">
        <pc:chgData name="Alexander Garzón Díaz" userId="b403c006-f34f-4db7-b6f3-551134a244f6" providerId="ADAL" clId="{A93C33B0-41B7-4001-9155-1D80187CC010}" dt="2024-05-04T08:57:33.355" v="148" actId="47"/>
        <pc:sldMkLst>
          <pc:docMk/>
          <pc:sldMk cId="172972975" sldId="307"/>
        </pc:sldMkLst>
      </pc:sldChg>
      <pc:sldChg chg="addSp modSp new mod ord modTransition modAnim">
        <pc:chgData name="Alexander Garzón Díaz" userId="b403c006-f34f-4db7-b6f3-551134a244f6" providerId="ADAL" clId="{A93C33B0-41B7-4001-9155-1D80187CC010}" dt="2024-05-20T08:27:17.152" v="1822" actId="20577"/>
        <pc:sldMkLst>
          <pc:docMk/>
          <pc:sldMk cId="1548175614" sldId="307"/>
        </pc:sldMkLst>
        <pc:spChg chg="mod">
          <ac:chgData name="Alexander Garzón Díaz" userId="b403c006-f34f-4db7-b6f3-551134a244f6" providerId="ADAL" clId="{A93C33B0-41B7-4001-9155-1D80187CC010}" dt="2024-05-20T08:27:17.152" v="1822" actId="20577"/>
          <ac:spMkLst>
            <pc:docMk/>
            <pc:sldMk cId="1548175614" sldId="307"/>
            <ac:spMk id="2" creationId="{10567E3F-B26E-2770-1685-06B58A28F1B2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1548175614" sldId="307"/>
            <ac:spMk id="3" creationId="{1586F129-ADA9-ECB6-8B89-A7D445987C55}"/>
          </ac:spMkLst>
        </pc:spChg>
        <pc:picChg chg="add mod">
          <ac:chgData name="Alexander Garzón Díaz" userId="b403c006-f34f-4db7-b6f3-551134a244f6" providerId="ADAL" clId="{A93C33B0-41B7-4001-9155-1D80187CC010}" dt="2024-05-20T08:26:36.078" v="1804" actId="1035"/>
          <ac:picMkLst>
            <pc:docMk/>
            <pc:sldMk cId="1548175614" sldId="307"/>
            <ac:picMk id="4" creationId="{5698E27A-2365-5732-76E1-D087F681809F}"/>
          </ac:picMkLst>
        </pc:picChg>
        <pc:picChg chg="add mod">
          <ac:chgData name="Alexander Garzón Díaz" userId="b403c006-f34f-4db7-b6f3-551134a244f6" providerId="ADAL" clId="{A93C33B0-41B7-4001-9155-1D80187CC010}" dt="2024-05-20T08:26:01.176" v="1793" actId="1035"/>
          <ac:picMkLst>
            <pc:docMk/>
            <pc:sldMk cId="1548175614" sldId="307"/>
            <ac:picMk id="5" creationId="{66101E79-6BFC-F640-AD9F-01100A3632AC}"/>
          </ac:picMkLst>
        </pc:picChg>
      </pc:sldChg>
      <pc:sldChg chg="addSp delSp modSp new del mod ord modTransition">
        <pc:chgData name="Alexander Garzón Díaz" userId="b403c006-f34f-4db7-b6f3-551134a244f6" providerId="ADAL" clId="{A93C33B0-41B7-4001-9155-1D80187CC010}" dt="2024-05-20T08:27:20.444" v="1823" actId="47"/>
        <pc:sldMkLst>
          <pc:docMk/>
          <pc:sldMk cId="771519353" sldId="308"/>
        </pc:sldMkLst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771519353" sldId="308"/>
            <ac:spMk id="2" creationId="{E2CEBAA0-FDEA-3EBD-4890-9107AB5F8005}"/>
          </ac:spMkLst>
        </pc:spChg>
        <pc:spChg chg="mod">
          <ac:chgData name="Alexander Garzón Díaz" userId="b403c006-f34f-4db7-b6f3-551134a244f6" providerId="ADAL" clId="{A93C33B0-41B7-4001-9155-1D80187CC010}" dt="2024-05-04T09:20:32.744" v="253"/>
          <ac:spMkLst>
            <pc:docMk/>
            <pc:sldMk cId="771519353" sldId="308"/>
            <ac:spMk id="3" creationId="{10619DFE-1F21-10E2-7223-5B6C4B989C24}"/>
          </ac:spMkLst>
        </pc:spChg>
        <pc:picChg chg="add del mod">
          <ac:chgData name="Alexander Garzón Díaz" userId="b403c006-f34f-4db7-b6f3-551134a244f6" providerId="ADAL" clId="{A93C33B0-41B7-4001-9155-1D80187CC010}" dt="2024-05-20T08:25:31.997" v="1749" actId="21"/>
          <ac:picMkLst>
            <pc:docMk/>
            <pc:sldMk cId="771519353" sldId="308"/>
            <ac:picMk id="5" creationId="{5698E27A-2365-5732-76E1-D087F681809F}"/>
          </ac:picMkLst>
        </pc:picChg>
      </pc:sldChg>
      <pc:sldChg chg="addSp modSp new del">
        <pc:chgData name="Alexander Garzón Díaz" userId="b403c006-f34f-4db7-b6f3-551134a244f6" providerId="ADAL" clId="{A93C33B0-41B7-4001-9155-1D80187CC010}" dt="2024-05-04T08:57:32.630" v="147" actId="47"/>
        <pc:sldMkLst>
          <pc:docMk/>
          <pc:sldMk cId="902970499" sldId="308"/>
        </pc:sldMkLst>
        <pc:picChg chg="add mod">
          <ac:chgData name="Alexander Garzón Díaz" userId="b403c006-f34f-4db7-b6f3-551134a244f6" providerId="ADAL" clId="{A93C33B0-41B7-4001-9155-1D80187CC010}" dt="2024-05-04T08:56:56.275" v="143" actId="1076"/>
          <ac:picMkLst>
            <pc:docMk/>
            <pc:sldMk cId="902970499" sldId="308"/>
            <ac:picMk id="4" creationId="{F53A315B-43EE-DB6D-931D-44B2F916A687}"/>
          </ac:picMkLst>
        </pc:picChg>
      </pc:sldChg>
      <pc:sldChg chg="modSp new del mod ord modNotesTx">
        <pc:chgData name="Alexander Garzón Díaz" userId="b403c006-f34f-4db7-b6f3-551134a244f6" providerId="ADAL" clId="{A93C33B0-41B7-4001-9155-1D80187CC010}" dt="2024-05-24T06:46:21.054" v="7023" actId="47"/>
        <pc:sldMkLst>
          <pc:docMk/>
          <pc:sldMk cId="879287531" sldId="309"/>
        </pc:sldMkLst>
        <pc:spChg chg="mod">
          <ac:chgData name="Alexander Garzón Díaz" userId="b403c006-f34f-4db7-b6f3-551134a244f6" providerId="ADAL" clId="{A93C33B0-41B7-4001-9155-1D80187CC010}" dt="2024-05-04T10:49:16.821" v="1683" actId="20577"/>
          <ac:spMkLst>
            <pc:docMk/>
            <pc:sldMk cId="879287531" sldId="309"/>
            <ac:spMk id="2" creationId="{E17D1803-2E74-3D8D-6ADF-9D54741076A7}"/>
          </ac:spMkLst>
        </pc:spChg>
        <pc:spChg chg="mod">
          <ac:chgData name="Alexander Garzón Díaz" userId="b403c006-f34f-4db7-b6f3-551134a244f6" providerId="ADAL" clId="{A93C33B0-41B7-4001-9155-1D80187CC010}" dt="2024-05-04T10:49:19.540" v="1684" actId="1076"/>
          <ac:spMkLst>
            <pc:docMk/>
            <pc:sldMk cId="879287531" sldId="309"/>
            <ac:spMk id="3" creationId="{0D2C60DE-9EAB-6A20-936D-E9E666BA1B15}"/>
          </ac:spMkLst>
        </pc:spChg>
      </pc:sldChg>
      <pc:sldChg chg="addSp delSp modSp add del mod setBg modClrScheme addAnim delAnim modAnim chgLayout modNotes">
        <pc:chgData name="Alexander Garzón Díaz" userId="b403c006-f34f-4db7-b6f3-551134a244f6" providerId="ADAL" clId="{A93C33B0-41B7-4001-9155-1D80187CC010}" dt="2024-05-04T09:29:16.734" v="380" actId="47"/>
        <pc:sldMkLst>
          <pc:docMk/>
          <pc:sldMk cId="3833020588" sldId="310"/>
        </pc:sldMkLst>
        <pc:spChg chg="add del mod">
          <ac:chgData name="Alexander Garzón Díaz" userId="b403c006-f34f-4db7-b6f3-551134a244f6" providerId="ADAL" clId="{A93C33B0-41B7-4001-9155-1D80187CC010}" dt="2024-05-04T09:20:56.236" v="255" actId="478"/>
          <ac:spMkLst>
            <pc:docMk/>
            <pc:sldMk cId="3833020588" sldId="310"/>
            <ac:spMk id="3" creationId="{83CDEB31-F004-BA20-B386-5D6648E80692}"/>
          </ac:spMkLst>
        </pc:spChg>
        <pc:spChg chg="add mod">
          <ac:chgData name="Alexander Garzón Díaz" userId="b403c006-f34f-4db7-b6f3-551134a244f6" providerId="ADAL" clId="{A93C33B0-41B7-4001-9155-1D80187CC010}" dt="2024-05-04T09:24:49.565" v="305"/>
          <ac:spMkLst>
            <pc:docMk/>
            <pc:sldMk cId="3833020588" sldId="310"/>
            <ac:spMk id="4" creationId="{F58D6575-50F8-905F-D72F-C9AA2E5482DB}"/>
          </ac:spMkLst>
        </pc:spChg>
        <pc:spChg chg="add del mod ord">
          <ac:chgData name="Alexander Garzón Díaz" userId="b403c006-f34f-4db7-b6f3-551134a244f6" providerId="ADAL" clId="{A93C33B0-41B7-4001-9155-1D80187CC010}" dt="2024-05-04T09:25:13.351" v="308" actId="15"/>
          <ac:spMkLst>
            <pc:docMk/>
            <pc:sldMk cId="3833020588" sldId="310"/>
            <ac:spMk id="7" creationId="{4CB3A03F-BE62-CC87-7D0E-FFDDF98C88B3}"/>
          </ac:spMkLst>
        </pc:spChg>
        <pc:picChg chg="mod">
          <ac:chgData name="Alexander Garzón Díaz" userId="b403c006-f34f-4db7-b6f3-551134a244f6" providerId="ADAL" clId="{A93C33B0-41B7-4001-9155-1D80187CC010}" dt="2024-05-04T09:23:38.042" v="287" actId="1076"/>
          <ac:picMkLst>
            <pc:docMk/>
            <pc:sldMk cId="3833020588" sldId="310"/>
            <ac:picMk id="5" creationId="{52A51914-3586-F6A0-6F64-4081D317F18E}"/>
          </ac:picMkLst>
        </pc:picChg>
      </pc:sldChg>
      <pc:sldChg chg="addSp delSp modSp new mod ord modTransition modAnim">
        <pc:chgData name="Alexander Garzón Díaz" userId="b403c006-f34f-4db7-b6f3-551134a244f6" providerId="ADAL" clId="{A93C33B0-41B7-4001-9155-1D80187CC010}" dt="2024-05-20T09:20:16.115" v="2657"/>
        <pc:sldMkLst>
          <pc:docMk/>
          <pc:sldMk cId="2638111539" sldId="311"/>
        </pc:sldMkLst>
        <pc:spChg chg="mod">
          <ac:chgData name="Alexander Garzón Díaz" userId="b403c006-f34f-4db7-b6f3-551134a244f6" providerId="ADAL" clId="{A93C33B0-41B7-4001-9155-1D80187CC010}" dt="2024-05-04T09:25:34.895" v="332" actId="20577"/>
          <ac:spMkLst>
            <pc:docMk/>
            <pc:sldMk cId="2638111539" sldId="311"/>
            <ac:spMk id="2" creationId="{73DE6DC6-44E2-5105-4127-EE93C0C4B7CE}"/>
          </ac:spMkLst>
        </pc:spChg>
        <pc:spChg chg="mod">
          <ac:chgData name="Alexander Garzón Díaz" userId="b403c006-f34f-4db7-b6f3-551134a244f6" providerId="ADAL" clId="{A93C33B0-41B7-4001-9155-1D80187CC010}" dt="2024-05-20T08:40:42.290" v="1929" actId="20577"/>
          <ac:spMkLst>
            <pc:docMk/>
            <pc:sldMk cId="2638111539" sldId="311"/>
            <ac:spMk id="3" creationId="{5D8D99E0-E23E-2BD4-662A-9246892F92BF}"/>
          </ac:spMkLst>
        </pc:spChg>
        <pc:picChg chg="add del mod">
          <ac:chgData name="Alexander Garzón Díaz" userId="b403c006-f34f-4db7-b6f3-551134a244f6" providerId="ADAL" clId="{A93C33B0-41B7-4001-9155-1D80187CC010}" dt="2024-05-04T09:25:29.817" v="314" actId="478"/>
          <ac:picMkLst>
            <pc:docMk/>
            <pc:sldMk cId="2638111539" sldId="311"/>
            <ac:picMk id="4" creationId="{97399F5B-9EC5-9E9F-0E1B-018D3D838C91}"/>
          </ac:picMkLst>
        </pc:picChg>
        <pc:picChg chg="add mod">
          <ac:chgData name="Alexander Garzón Díaz" userId="b403c006-f34f-4db7-b6f3-551134a244f6" providerId="ADAL" clId="{A93C33B0-41B7-4001-9155-1D80187CC010}" dt="2024-05-04T09:26:01.183" v="339" actId="1076"/>
          <ac:picMkLst>
            <pc:docMk/>
            <pc:sldMk cId="2638111539" sldId="311"/>
            <ac:picMk id="5" creationId="{4B555DEC-79F7-2431-68C1-4E23CADF1790}"/>
          </ac:picMkLst>
        </pc:picChg>
      </pc:sldChg>
      <pc:sldChg chg="addSp delSp modSp add del mod ord modTransition modClrScheme chgLayout">
        <pc:chgData name="Alexander Garzón Díaz" userId="b403c006-f34f-4db7-b6f3-551134a244f6" providerId="ADAL" clId="{A93C33B0-41B7-4001-9155-1D80187CC010}" dt="2024-05-20T11:19:45.229" v="3307" actId="47"/>
        <pc:sldMkLst>
          <pc:docMk/>
          <pc:sldMk cId="122552720" sldId="312"/>
        </pc:sldMkLst>
        <pc:spChg chg="mod ord">
          <ac:chgData name="Alexander Garzón Díaz" userId="b403c006-f34f-4db7-b6f3-551134a244f6" providerId="ADAL" clId="{A93C33B0-41B7-4001-9155-1D80187CC010}" dt="2024-05-04T09:37:33.677" v="486" actId="1076"/>
          <ac:spMkLst>
            <pc:docMk/>
            <pc:sldMk cId="122552720" sldId="312"/>
            <ac:spMk id="2" creationId="{09007D5C-8058-B364-893F-E23603F76C24}"/>
          </ac:spMkLst>
        </pc:spChg>
        <pc:spChg chg="add del mod ord">
          <ac:chgData name="Alexander Garzón Díaz" userId="b403c006-f34f-4db7-b6f3-551134a244f6" providerId="ADAL" clId="{A93C33B0-41B7-4001-9155-1D80187CC010}" dt="2024-05-20T09:34:05.249" v="2802" actId="21"/>
          <ac:spMkLst>
            <pc:docMk/>
            <pc:sldMk cId="122552720" sldId="312"/>
            <ac:spMk id="3" creationId="{5B8D0154-4E02-47D1-626E-00D9110A4620}"/>
          </ac:spMkLst>
        </pc:spChg>
        <pc:spChg chg="add del mod">
          <ac:chgData name="Alexander Garzón Díaz" userId="b403c006-f34f-4db7-b6f3-551134a244f6" providerId="ADAL" clId="{A93C33B0-41B7-4001-9155-1D80187CC010}" dt="2024-05-20T09:34:05.249" v="2802" actId="21"/>
          <ac:spMkLst>
            <pc:docMk/>
            <pc:sldMk cId="122552720" sldId="312"/>
            <ac:spMk id="6" creationId="{3AAB866A-C280-96D5-8E80-9B7C12ECA717}"/>
          </ac:spMkLst>
        </pc:spChg>
        <pc:spChg chg="add mod">
          <ac:chgData name="Alexander Garzón Díaz" userId="b403c006-f34f-4db7-b6f3-551134a244f6" providerId="ADAL" clId="{A93C33B0-41B7-4001-9155-1D80187CC010}" dt="2024-05-20T09:34:05.249" v="2802" actId="21"/>
          <ac:spMkLst>
            <pc:docMk/>
            <pc:sldMk cId="122552720" sldId="312"/>
            <ac:spMk id="7" creationId="{D5D5AA3C-2B2E-36F3-6767-1346B94767A5}"/>
          </ac:spMkLst>
        </pc:spChg>
        <pc:picChg chg="add del mod">
          <ac:chgData name="Alexander Garzón Díaz" userId="b403c006-f34f-4db7-b6f3-551134a244f6" providerId="ADAL" clId="{A93C33B0-41B7-4001-9155-1D80187CC010}" dt="2024-05-20T09:34:05.249" v="2802" actId="21"/>
          <ac:picMkLst>
            <pc:docMk/>
            <pc:sldMk cId="122552720" sldId="312"/>
            <ac:picMk id="5" creationId="{D6427D60-5E75-DDD5-9697-A1886BA1096D}"/>
          </ac:picMkLst>
        </pc:picChg>
        <pc:picChg chg="del mod">
          <ac:chgData name="Alexander Garzón Díaz" userId="b403c006-f34f-4db7-b6f3-551134a244f6" providerId="ADAL" clId="{A93C33B0-41B7-4001-9155-1D80187CC010}" dt="2024-05-04T09:33:32.090" v="390" actId="478"/>
          <ac:picMkLst>
            <pc:docMk/>
            <pc:sldMk cId="122552720" sldId="312"/>
            <ac:picMk id="7" creationId="{CAE885E7-0F3A-001B-A8AC-308698FA36F2}"/>
          </ac:picMkLst>
        </pc:picChg>
        <pc:picChg chg="add del mod">
          <ac:chgData name="Alexander Garzón Díaz" userId="b403c006-f34f-4db7-b6f3-551134a244f6" providerId="ADAL" clId="{A93C33B0-41B7-4001-9155-1D80187CC010}" dt="2024-05-20T09:34:05.249" v="2802" actId="21"/>
          <ac:picMkLst>
            <pc:docMk/>
            <pc:sldMk cId="122552720" sldId="312"/>
            <ac:picMk id="9" creationId="{461CC2D1-56B0-C814-216F-8ECD03D7E7BC}"/>
          </ac:picMkLst>
        </pc:picChg>
        <pc:picChg chg="add del mod">
          <ac:chgData name="Alexander Garzón Díaz" userId="b403c006-f34f-4db7-b6f3-551134a244f6" providerId="ADAL" clId="{A93C33B0-41B7-4001-9155-1D80187CC010}" dt="2024-05-20T09:34:05.249" v="2802" actId="21"/>
          <ac:picMkLst>
            <pc:docMk/>
            <pc:sldMk cId="122552720" sldId="312"/>
            <ac:picMk id="11" creationId="{93AAC856-4FE7-B0F9-FC86-C967620FDFC8}"/>
          </ac:picMkLst>
        </pc:picChg>
        <pc:picChg chg="add del mod">
          <ac:chgData name="Alexander Garzón Díaz" userId="b403c006-f34f-4db7-b6f3-551134a244f6" providerId="ADAL" clId="{A93C33B0-41B7-4001-9155-1D80187CC010}" dt="2024-05-20T09:34:05.249" v="2802" actId="21"/>
          <ac:picMkLst>
            <pc:docMk/>
            <pc:sldMk cId="122552720" sldId="312"/>
            <ac:picMk id="12" creationId="{E18871D0-F83B-64B9-D1F6-FC00903B3C60}"/>
          </ac:picMkLst>
        </pc:picChg>
        <pc:picChg chg="add del mod">
          <ac:chgData name="Alexander Garzón Díaz" userId="b403c006-f34f-4db7-b6f3-551134a244f6" providerId="ADAL" clId="{A93C33B0-41B7-4001-9155-1D80187CC010}" dt="2024-05-20T09:34:05.249" v="2802" actId="21"/>
          <ac:picMkLst>
            <pc:docMk/>
            <pc:sldMk cId="122552720" sldId="312"/>
            <ac:picMk id="14" creationId="{9C42F4C7-6F7A-CFE2-E891-FA94CA1FBC96}"/>
          </ac:picMkLst>
        </pc:picChg>
      </pc:sldChg>
      <pc:sldChg chg="addSp delSp modSp new mod modTransition modAnim modNotesTx">
        <pc:chgData name="Alexander Garzón Díaz" userId="b403c006-f34f-4db7-b6f3-551134a244f6" providerId="ADAL" clId="{A93C33B0-41B7-4001-9155-1D80187CC010}" dt="2024-05-20T09:19:04.533" v="2654" actId="478"/>
        <pc:sldMkLst>
          <pc:docMk/>
          <pc:sldMk cId="1689541587" sldId="313"/>
        </pc:sldMkLst>
        <pc:spChg chg="mod">
          <ac:chgData name="Alexander Garzón Díaz" userId="b403c006-f34f-4db7-b6f3-551134a244f6" providerId="ADAL" clId="{A93C33B0-41B7-4001-9155-1D80187CC010}" dt="2024-05-04T09:49:33.858" v="763" actId="20577"/>
          <ac:spMkLst>
            <pc:docMk/>
            <pc:sldMk cId="1689541587" sldId="313"/>
            <ac:spMk id="2" creationId="{6E5344B0-30A1-8B94-8842-350BE1A819FE}"/>
          </ac:spMkLst>
        </pc:spChg>
        <pc:spChg chg="mod">
          <ac:chgData name="Alexander Garzón Díaz" userId="b403c006-f34f-4db7-b6f3-551134a244f6" providerId="ADAL" clId="{A93C33B0-41B7-4001-9155-1D80187CC010}" dt="2024-05-04T10:23:15.741" v="1201" actId="1076"/>
          <ac:spMkLst>
            <pc:docMk/>
            <pc:sldMk cId="1689541587" sldId="313"/>
            <ac:spMk id="3" creationId="{86C1FCC7-EAF2-36FA-60F9-5704DA742E02}"/>
          </ac:spMkLst>
        </pc:spChg>
        <pc:spChg chg="add mod">
          <ac:chgData name="Alexander Garzón Díaz" userId="b403c006-f34f-4db7-b6f3-551134a244f6" providerId="ADAL" clId="{A93C33B0-41B7-4001-9155-1D80187CC010}" dt="2024-05-04T10:23:19.005" v="1202" actId="1076"/>
          <ac:spMkLst>
            <pc:docMk/>
            <pc:sldMk cId="1689541587" sldId="313"/>
            <ac:spMk id="4" creationId="{F4EEFE56-3184-26FE-78BE-DE426E101E3D}"/>
          </ac:spMkLst>
        </pc:spChg>
        <pc:spChg chg="add mod">
          <ac:chgData name="Alexander Garzón Díaz" userId="b403c006-f34f-4db7-b6f3-551134a244f6" providerId="ADAL" clId="{A93C33B0-41B7-4001-9155-1D80187CC010}" dt="2024-05-04T10:23:22.565" v="1203" actId="1076"/>
          <ac:spMkLst>
            <pc:docMk/>
            <pc:sldMk cId="1689541587" sldId="313"/>
            <ac:spMk id="5" creationId="{52F96364-5083-1B45-7A3B-21E392B96855}"/>
          </ac:spMkLst>
        </pc:spChg>
        <pc:spChg chg="add mod">
          <ac:chgData name="Alexander Garzón Díaz" userId="b403c006-f34f-4db7-b6f3-551134a244f6" providerId="ADAL" clId="{A93C33B0-41B7-4001-9155-1D80187CC010}" dt="2024-05-04T10:23:12.869" v="1200" actId="1076"/>
          <ac:spMkLst>
            <pc:docMk/>
            <pc:sldMk cId="1689541587" sldId="313"/>
            <ac:spMk id="6" creationId="{2270A266-7778-2BD9-893F-745D056EB59F}"/>
          </ac:spMkLst>
        </pc:spChg>
        <pc:spChg chg="add mod">
          <ac:chgData name="Alexander Garzón Díaz" userId="b403c006-f34f-4db7-b6f3-551134a244f6" providerId="ADAL" clId="{A93C33B0-41B7-4001-9155-1D80187CC010}" dt="2024-05-04T10:23:04.860" v="1198" actId="1076"/>
          <ac:spMkLst>
            <pc:docMk/>
            <pc:sldMk cId="1689541587" sldId="313"/>
            <ac:spMk id="7" creationId="{3833792B-1182-B278-C383-290A1A3E74B3}"/>
          </ac:spMkLst>
        </pc:spChg>
        <pc:spChg chg="add mod">
          <ac:chgData name="Alexander Garzón Díaz" userId="b403c006-f34f-4db7-b6f3-551134a244f6" providerId="ADAL" clId="{A93C33B0-41B7-4001-9155-1D80187CC010}" dt="2024-05-04T09:56:30.543" v="768" actId="1076"/>
          <ac:spMkLst>
            <pc:docMk/>
            <pc:sldMk cId="1689541587" sldId="313"/>
            <ac:spMk id="8" creationId="{680756E7-614E-28E1-206D-EEE8D3041313}"/>
          </ac:spMkLst>
        </pc:spChg>
        <pc:spChg chg="add mod">
          <ac:chgData name="Alexander Garzón Díaz" userId="b403c006-f34f-4db7-b6f3-551134a244f6" providerId="ADAL" clId="{A93C33B0-41B7-4001-9155-1D80187CC010}" dt="2024-05-04T10:23:49.262" v="1211" actId="1076"/>
          <ac:spMkLst>
            <pc:docMk/>
            <pc:sldMk cId="1689541587" sldId="313"/>
            <ac:spMk id="9" creationId="{F6253988-091E-8E32-9C14-3D3955B0B91A}"/>
          </ac:spMkLst>
        </pc:spChg>
        <pc:spChg chg="add mod">
          <ac:chgData name="Alexander Garzón Díaz" userId="b403c006-f34f-4db7-b6f3-551134a244f6" providerId="ADAL" clId="{A93C33B0-41B7-4001-9155-1D80187CC010}" dt="2024-05-04T10:23:46.283" v="1210" actId="1076"/>
          <ac:spMkLst>
            <pc:docMk/>
            <pc:sldMk cId="1689541587" sldId="313"/>
            <ac:spMk id="10" creationId="{404626D7-3140-6F28-C882-86C5B3D2451A}"/>
          </ac:spMkLst>
        </pc:spChg>
        <pc:spChg chg="add mod">
          <ac:chgData name="Alexander Garzón Díaz" userId="b403c006-f34f-4db7-b6f3-551134a244f6" providerId="ADAL" clId="{A93C33B0-41B7-4001-9155-1D80187CC010}" dt="2024-05-04T10:23:42.811" v="1209" actId="1076"/>
          <ac:spMkLst>
            <pc:docMk/>
            <pc:sldMk cId="1689541587" sldId="313"/>
            <ac:spMk id="11" creationId="{EC2AE7D7-02DB-9E5E-24E7-33C1D1F87835}"/>
          </ac:spMkLst>
        </pc:spChg>
        <pc:spChg chg="add mod">
          <ac:chgData name="Alexander Garzón Díaz" userId="b403c006-f34f-4db7-b6f3-551134a244f6" providerId="ADAL" clId="{A93C33B0-41B7-4001-9155-1D80187CC010}" dt="2024-05-04T09:46:05.099" v="682" actId="1076"/>
          <ac:spMkLst>
            <pc:docMk/>
            <pc:sldMk cId="1689541587" sldId="313"/>
            <ac:spMk id="12" creationId="{B4FFE053-EF59-DCBA-C11E-E449346B1DB3}"/>
          </ac:spMkLst>
        </pc:spChg>
        <pc:spChg chg="add mod">
          <ac:chgData name="Alexander Garzón Díaz" userId="b403c006-f34f-4db7-b6f3-551134a244f6" providerId="ADAL" clId="{A93C33B0-41B7-4001-9155-1D80187CC010}" dt="2024-05-04T10:23:52.582" v="1212" actId="1076"/>
          <ac:spMkLst>
            <pc:docMk/>
            <pc:sldMk cId="1689541587" sldId="313"/>
            <ac:spMk id="13" creationId="{BCD9785D-DF4D-8C5E-1A90-5BF562FE557B}"/>
          </ac:spMkLst>
        </pc:spChg>
        <pc:spChg chg="add mod">
          <ac:chgData name="Alexander Garzón Díaz" userId="b403c006-f34f-4db7-b6f3-551134a244f6" providerId="ADAL" clId="{A93C33B0-41B7-4001-9155-1D80187CC010}" dt="2024-05-04T10:23:39.975" v="1208" actId="1076"/>
          <ac:spMkLst>
            <pc:docMk/>
            <pc:sldMk cId="1689541587" sldId="313"/>
            <ac:spMk id="14" creationId="{C83942AB-2F85-C861-9A8D-B1D74A673763}"/>
          </ac:spMkLst>
        </pc:spChg>
        <pc:spChg chg="add mod">
          <ac:chgData name="Alexander Garzón Díaz" userId="b403c006-f34f-4db7-b6f3-551134a244f6" providerId="ADAL" clId="{A93C33B0-41B7-4001-9155-1D80187CC010}" dt="2024-05-04T10:23:33.761" v="1206" actId="1076"/>
          <ac:spMkLst>
            <pc:docMk/>
            <pc:sldMk cId="1689541587" sldId="313"/>
            <ac:spMk id="15" creationId="{4737A874-8896-2FEE-D924-6CE2C7A1600F}"/>
          </ac:spMkLst>
        </pc:spChg>
        <pc:spChg chg="add mod">
          <ac:chgData name="Alexander Garzón Díaz" userId="b403c006-f34f-4db7-b6f3-551134a244f6" providerId="ADAL" clId="{A93C33B0-41B7-4001-9155-1D80187CC010}" dt="2024-05-04T10:23:08.343" v="1199" actId="1076"/>
          <ac:spMkLst>
            <pc:docMk/>
            <pc:sldMk cId="1689541587" sldId="313"/>
            <ac:spMk id="16" creationId="{CED591C2-3730-ABF8-ECAE-F666FEF59708}"/>
          </ac:spMkLst>
        </pc:spChg>
        <pc:spChg chg="add mod">
          <ac:chgData name="Alexander Garzón Díaz" userId="b403c006-f34f-4db7-b6f3-551134a244f6" providerId="ADAL" clId="{A93C33B0-41B7-4001-9155-1D80187CC010}" dt="2024-05-04T10:23:29.573" v="1205" actId="1076"/>
          <ac:spMkLst>
            <pc:docMk/>
            <pc:sldMk cId="1689541587" sldId="313"/>
            <ac:spMk id="17" creationId="{3A4EA15B-F411-E2D0-ADBC-73BA4EF1FFDF}"/>
          </ac:spMkLst>
        </pc:spChg>
        <pc:spChg chg="add mod">
          <ac:chgData name="Alexander Garzón Díaz" userId="b403c006-f34f-4db7-b6f3-551134a244f6" providerId="ADAL" clId="{A93C33B0-41B7-4001-9155-1D80187CC010}" dt="2024-05-04T10:24:18.057" v="1221" actId="1076"/>
          <ac:spMkLst>
            <pc:docMk/>
            <pc:sldMk cId="1689541587" sldId="313"/>
            <ac:spMk id="18" creationId="{3A45C745-B10B-CB8D-9E38-30C46C89E24B}"/>
          </ac:spMkLst>
        </pc:spChg>
        <pc:spChg chg="add mod">
          <ac:chgData name="Alexander Garzón Díaz" userId="b403c006-f34f-4db7-b6f3-551134a244f6" providerId="ADAL" clId="{A93C33B0-41B7-4001-9155-1D80187CC010}" dt="2024-05-04T10:23:26.306" v="1204" actId="1076"/>
          <ac:spMkLst>
            <pc:docMk/>
            <pc:sldMk cId="1689541587" sldId="313"/>
            <ac:spMk id="19" creationId="{4C230AB1-55D9-EE53-42F9-0B5C1ABFE7B0}"/>
          </ac:spMkLst>
        </pc:spChg>
        <pc:spChg chg="add mod">
          <ac:chgData name="Alexander Garzón Díaz" userId="b403c006-f34f-4db7-b6f3-551134a244f6" providerId="ADAL" clId="{A93C33B0-41B7-4001-9155-1D80187CC010}" dt="2024-05-04T09:46:59.434" v="689" actId="20577"/>
          <ac:spMkLst>
            <pc:docMk/>
            <pc:sldMk cId="1689541587" sldId="313"/>
            <ac:spMk id="20" creationId="{ECA8BF47-36D1-1CFD-1B34-3F8EAB7F6DE9}"/>
          </ac:spMkLst>
        </pc:spChg>
        <pc:spChg chg="add mod">
          <ac:chgData name="Alexander Garzón Díaz" userId="b403c006-f34f-4db7-b6f3-551134a244f6" providerId="ADAL" clId="{A93C33B0-41B7-4001-9155-1D80187CC010}" dt="2024-05-04T10:24:23.368" v="1223" actId="1076"/>
          <ac:spMkLst>
            <pc:docMk/>
            <pc:sldMk cId="1689541587" sldId="313"/>
            <ac:spMk id="21" creationId="{E9654FC2-E25C-7CE6-F9C7-720BF0CB90B2}"/>
          </ac:spMkLst>
        </pc:spChg>
        <pc:spChg chg="add mod">
          <ac:chgData name="Alexander Garzón Díaz" userId="b403c006-f34f-4db7-b6f3-551134a244f6" providerId="ADAL" clId="{A93C33B0-41B7-4001-9155-1D80187CC010}" dt="2024-05-04T10:24:13.646" v="1219" actId="1076"/>
          <ac:spMkLst>
            <pc:docMk/>
            <pc:sldMk cId="1689541587" sldId="313"/>
            <ac:spMk id="22" creationId="{45C560CF-CB78-0007-6AC8-DF1954D9A34E}"/>
          </ac:spMkLst>
        </pc:spChg>
        <pc:spChg chg="add mod">
          <ac:chgData name="Alexander Garzón Díaz" userId="b403c006-f34f-4db7-b6f3-551134a244f6" providerId="ADAL" clId="{A93C33B0-41B7-4001-9155-1D80187CC010}" dt="2024-05-04T10:24:15.908" v="1220" actId="1076"/>
          <ac:spMkLst>
            <pc:docMk/>
            <pc:sldMk cId="1689541587" sldId="313"/>
            <ac:spMk id="23" creationId="{1D89676A-B0B3-C26F-79A6-5DD8179E9A93}"/>
          </ac:spMkLst>
        </pc:spChg>
        <pc:spChg chg="add mod">
          <ac:chgData name="Alexander Garzón Díaz" userId="b403c006-f34f-4db7-b6f3-551134a244f6" providerId="ADAL" clId="{A93C33B0-41B7-4001-9155-1D80187CC010}" dt="2024-05-04T10:24:21.400" v="1222" actId="1076"/>
          <ac:spMkLst>
            <pc:docMk/>
            <pc:sldMk cId="1689541587" sldId="313"/>
            <ac:spMk id="24" creationId="{25F4760B-E8AB-74B8-883C-ED9C313E37A7}"/>
          </ac:spMkLst>
        </pc:spChg>
        <pc:spChg chg="add mod">
          <ac:chgData name="Alexander Garzón Díaz" userId="b403c006-f34f-4db7-b6f3-551134a244f6" providerId="ADAL" clId="{A93C33B0-41B7-4001-9155-1D80187CC010}" dt="2024-05-04T10:24:28.143" v="1224" actId="1076"/>
          <ac:spMkLst>
            <pc:docMk/>
            <pc:sldMk cId="1689541587" sldId="313"/>
            <ac:spMk id="25" creationId="{41C0E6DE-3191-B024-A228-179C83DC78BA}"/>
          </ac:spMkLst>
        </pc:spChg>
        <pc:spChg chg="add mod">
          <ac:chgData name="Alexander Garzón Díaz" userId="b403c006-f34f-4db7-b6f3-551134a244f6" providerId="ADAL" clId="{A93C33B0-41B7-4001-9155-1D80187CC010}" dt="2024-05-04T10:24:03.652" v="1216" actId="1076"/>
          <ac:spMkLst>
            <pc:docMk/>
            <pc:sldMk cId="1689541587" sldId="313"/>
            <ac:spMk id="26" creationId="{997CC975-2264-E9DD-5A4D-80F93E176C5A}"/>
          </ac:spMkLst>
        </pc:spChg>
        <pc:spChg chg="add mod">
          <ac:chgData name="Alexander Garzón Díaz" userId="b403c006-f34f-4db7-b6f3-551134a244f6" providerId="ADAL" clId="{A93C33B0-41B7-4001-9155-1D80187CC010}" dt="2024-05-04T10:24:00.523" v="1215" actId="1076"/>
          <ac:spMkLst>
            <pc:docMk/>
            <pc:sldMk cId="1689541587" sldId="313"/>
            <ac:spMk id="27" creationId="{B56CF6C1-2BBE-2BF8-4282-9507322041C0}"/>
          </ac:spMkLst>
        </pc:spChg>
        <pc:spChg chg="add mod">
          <ac:chgData name="Alexander Garzón Díaz" userId="b403c006-f34f-4db7-b6f3-551134a244f6" providerId="ADAL" clId="{A93C33B0-41B7-4001-9155-1D80187CC010}" dt="2024-05-04T10:23:57.724" v="1214" actId="1076"/>
          <ac:spMkLst>
            <pc:docMk/>
            <pc:sldMk cId="1689541587" sldId="313"/>
            <ac:spMk id="28" creationId="{5B686D48-81A7-0F27-11F9-D2106010ABEA}"/>
          </ac:spMkLst>
        </pc:spChg>
        <pc:spChg chg="add mod">
          <ac:chgData name="Alexander Garzón Díaz" userId="b403c006-f34f-4db7-b6f3-551134a244f6" providerId="ADAL" clId="{A93C33B0-41B7-4001-9155-1D80187CC010}" dt="2024-05-04T10:23:55.346" v="1213" actId="1076"/>
          <ac:spMkLst>
            <pc:docMk/>
            <pc:sldMk cId="1689541587" sldId="313"/>
            <ac:spMk id="29" creationId="{87C2E9F1-667B-C198-6A72-716C3D3720B0}"/>
          </ac:spMkLst>
        </pc:spChg>
        <pc:spChg chg="add mod">
          <ac:chgData name="Alexander Garzón Díaz" userId="b403c006-f34f-4db7-b6f3-551134a244f6" providerId="ADAL" clId="{A93C33B0-41B7-4001-9155-1D80187CC010}" dt="2024-05-04T10:39:07.704" v="1621" actId="20577"/>
          <ac:spMkLst>
            <pc:docMk/>
            <pc:sldMk cId="1689541587" sldId="313"/>
            <ac:spMk id="30" creationId="{2CBA20B1-D323-CD18-72FE-7CF3D49967C7}"/>
          </ac:spMkLst>
        </pc:spChg>
        <pc:spChg chg="add mod">
          <ac:chgData name="Alexander Garzón Díaz" userId="b403c006-f34f-4db7-b6f3-551134a244f6" providerId="ADAL" clId="{A93C33B0-41B7-4001-9155-1D80187CC010}" dt="2024-05-04T10:43:36.406" v="1635" actId="20577"/>
          <ac:spMkLst>
            <pc:docMk/>
            <pc:sldMk cId="1689541587" sldId="313"/>
            <ac:spMk id="31" creationId="{05639900-F0A3-0D3A-8F93-7E1CF6A36AA1}"/>
          </ac:spMkLst>
        </pc:spChg>
        <pc:spChg chg="add del mod ord">
          <ac:chgData name="Alexander Garzón Díaz" userId="b403c006-f34f-4db7-b6f3-551134a244f6" providerId="ADAL" clId="{A93C33B0-41B7-4001-9155-1D80187CC010}" dt="2024-05-20T09:19:04.533" v="2654" actId="478"/>
          <ac:spMkLst>
            <pc:docMk/>
            <pc:sldMk cId="1689541587" sldId="313"/>
            <ac:spMk id="33" creationId="{872E6FB7-C414-2656-2407-A89048547503}"/>
          </ac:spMkLst>
        </pc:spChg>
      </pc:sldChg>
      <pc:sldChg chg="addSp delSp modSp add mod modTransition delAnim modAnim">
        <pc:chgData name="Alexander Garzón Díaz" userId="b403c006-f34f-4db7-b6f3-551134a244f6" providerId="ADAL" clId="{A93C33B0-41B7-4001-9155-1D80187CC010}" dt="2024-05-20T09:07:09.944" v="2467" actId="1076"/>
        <pc:sldMkLst>
          <pc:docMk/>
          <pc:sldMk cId="888431539" sldId="314"/>
        </pc:sldMkLst>
        <pc:spChg chg="mod">
          <ac:chgData name="Alexander Garzón Díaz" userId="b403c006-f34f-4db7-b6f3-551134a244f6" providerId="ADAL" clId="{A93C33B0-41B7-4001-9155-1D80187CC010}" dt="2024-05-04T10:25:21.563" v="1266" actId="1076"/>
          <ac:spMkLst>
            <pc:docMk/>
            <pc:sldMk cId="888431539" sldId="314"/>
            <ac:spMk id="2" creationId="{6E5344B0-30A1-8B94-8842-350BE1A819FE}"/>
          </ac:spMkLst>
        </pc:spChg>
        <pc:spChg chg="mod">
          <ac:chgData name="Alexander Garzón Díaz" userId="b403c006-f34f-4db7-b6f3-551134a244f6" providerId="ADAL" clId="{A93C33B0-41B7-4001-9155-1D80187CC010}" dt="2024-05-04T10:26:06.198" v="1424" actId="1038"/>
          <ac:spMkLst>
            <pc:docMk/>
            <pc:sldMk cId="888431539" sldId="314"/>
            <ac:spMk id="3" creationId="{86C1FCC7-EAF2-36FA-60F9-5704DA742E02}"/>
          </ac:spMkLst>
        </pc:spChg>
        <pc:spChg chg="mod">
          <ac:chgData name="Alexander Garzón Díaz" userId="b403c006-f34f-4db7-b6f3-551134a244f6" providerId="ADAL" clId="{A93C33B0-41B7-4001-9155-1D80187CC010}" dt="2024-05-04T10:26:06.198" v="1424" actId="1038"/>
          <ac:spMkLst>
            <pc:docMk/>
            <pc:sldMk cId="888431539" sldId="314"/>
            <ac:spMk id="4" creationId="{F4EEFE56-3184-26FE-78BE-DE426E101E3D}"/>
          </ac:spMkLst>
        </pc:spChg>
        <pc:spChg chg="mod">
          <ac:chgData name="Alexander Garzón Díaz" userId="b403c006-f34f-4db7-b6f3-551134a244f6" providerId="ADAL" clId="{A93C33B0-41B7-4001-9155-1D80187CC010}" dt="2024-05-04T10:26:06.198" v="1424" actId="1038"/>
          <ac:spMkLst>
            <pc:docMk/>
            <pc:sldMk cId="888431539" sldId="314"/>
            <ac:spMk id="5" creationId="{52F96364-5083-1B45-7A3B-21E392B96855}"/>
          </ac:spMkLst>
        </pc:spChg>
        <pc:spChg chg="mod">
          <ac:chgData name="Alexander Garzón Díaz" userId="b403c006-f34f-4db7-b6f3-551134a244f6" providerId="ADAL" clId="{A93C33B0-41B7-4001-9155-1D80187CC010}" dt="2024-05-20T08:53:12.259" v="2225" actId="207"/>
          <ac:spMkLst>
            <pc:docMk/>
            <pc:sldMk cId="888431539" sldId="314"/>
            <ac:spMk id="6" creationId="{2270A266-7778-2BD9-893F-745D056EB59F}"/>
          </ac:spMkLst>
        </pc:spChg>
        <pc:spChg chg="mod">
          <ac:chgData name="Alexander Garzón Díaz" userId="b403c006-f34f-4db7-b6f3-551134a244f6" providerId="ADAL" clId="{A93C33B0-41B7-4001-9155-1D80187CC010}" dt="2024-05-20T08:54:58.410" v="2237" actId="1076"/>
          <ac:spMkLst>
            <pc:docMk/>
            <pc:sldMk cId="888431539" sldId="314"/>
            <ac:spMk id="7" creationId="{3833792B-1182-B278-C383-290A1A3E74B3}"/>
          </ac:spMkLst>
        </pc:spChg>
        <pc:spChg chg="mod">
          <ac:chgData name="Alexander Garzón Díaz" userId="b403c006-f34f-4db7-b6f3-551134a244f6" providerId="ADAL" clId="{A93C33B0-41B7-4001-9155-1D80187CC010}" dt="2024-05-04T10:25:11.779" v="1262" actId="1038"/>
          <ac:spMkLst>
            <pc:docMk/>
            <pc:sldMk cId="888431539" sldId="314"/>
            <ac:spMk id="8" creationId="{680756E7-614E-28E1-206D-EEE8D3041313}"/>
          </ac:spMkLst>
        </pc:spChg>
        <pc:spChg chg="mod">
          <ac:chgData name="Alexander Garzón Díaz" userId="b403c006-f34f-4db7-b6f3-551134a244f6" providerId="ADAL" clId="{A93C33B0-41B7-4001-9155-1D80187CC010}" dt="2024-05-04T10:26:06.198" v="1424" actId="1038"/>
          <ac:spMkLst>
            <pc:docMk/>
            <pc:sldMk cId="888431539" sldId="314"/>
            <ac:spMk id="9" creationId="{F6253988-091E-8E32-9C14-3D3955B0B91A}"/>
          </ac:spMkLst>
        </pc:spChg>
        <pc:spChg chg="mod">
          <ac:chgData name="Alexander Garzón Díaz" userId="b403c006-f34f-4db7-b6f3-551134a244f6" providerId="ADAL" clId="{A93C33B0-41B7-4001-9155-1D80187CC010}" dt="2024-05-04T10:46:16.867" v="1646" actId="1076"/>
          <ac:spMkLst>
            <pc:docMk/>
            <pc:sldMk cId="888431539" sldId="314"/>
            <ac:spMk id="10" creationId="{404626D7-3140-6F28-C882-86C5B3D2451A}"/>
          </ac:spMkLst>
        </pc:spChg>
        <pc:spChg chg="mod">
          <ac:chgData name="Alexander Garzón Díaz" userId="b403c006-f34f-4db7-b6f3-551134a244f6" providerId="ADAL" clId="{A93C33B0-41B7-4001-9155-1D80187CC010}" dt="2024-05-04T10:46:37.239" v="1651" actId="113"/>
          <ac:spMkLst>
            <pc:docMk/>
            <pc:sldMk cId="888431539" sldId="314"/>
            <ac:spMk id="11" creationId="{EC2AE7D7-02DB-9E5E-24E7-33C1D1F87835}"/>
          </ac:spMkLst>
        </pc:spChg>
        <pc:spChg chg="mod">
          <ac:chgData name="Alexander Garzón Díaz" userId="b403c006-f34f-4db7-b6f3-551134a244f6" providerId="ADAL" clId="{A93C33B0-41B7-4001-9155-1D80187CC010}" dt="2024-05-04T10:46:35.388" v="1650" actId="113"/>
          <ac:spMkLst>
            <pc:docMk/>
            <pc:sldMk cId="888431539" sldId="314"/>
            <ac:spMk id="12" creationId="{B4FFE053-EF59-DCBA-C11E-E449346B1DB3}"/>
          </ac:spMkLst>
        </pc:spChg>
        <pc:spChg chg="mod">
          <ac:chgData name="Alexander Garzón Díaz" userId="b403c006-f34f-4db7-b6f3-551134a244f6" providerId="ADAL" clId="{A93C33B0-41B7-4001-9155-1D80187CC010}" dt="2024-05-20T08:53:53.562" v="2229" actId="1076"/>
          <ac:spMkLst>
            <pc:docMk/>
            <pc:sldMk cId="888431539" sldId="314"/>
            <ac:spMk id="13" creationId="{BCD9785D-DF4D-8C5E-1A90-5BF562FE557B}"/>
          </ac:spMkLst>
        </pc:spChg>
        <pc:spChg chg="mod">
          <ac:chgData name="Alexander Garzón Díaz" userId="b403c006-f34f-4db7-b6f3-551134a244f6" providerId="ADAL" clId="{A93C33B0-41B7-4001-9155-1D80187CC010}" dt="2024-05-20T08:54:58.410" v="2237" actId="1076"/>
          <ac:spMkLst>
            <pc:docMk/>
            <pc:sldMk cId="888431539" sldId="314"/>
            <ac:spMk id="14" creationId="{C83942AB-2F85-C861-9A8D-B1D74A673763}"/>
          </ac:spMkLst>
        </pc:spChg>
        <pc:spChg chg="mod">
          <ac:chgData name="Alexander Garzón Díaz" userId="b403c006-f34f-4db7-b6f3-551134a244f6" providerId="ADAL" clId="{A93C33B0-41B7-4001-9155-1D80187CC010}" dt="2024-05-04T10:25:11.779" v="1262" actId="1038"/>
          <ac:spMkLst>
            <pc:docMk/>
            <pc:sldMk cId="888431539" sldId="314"/>
            <ac:spMk id="15" creationId="{4737A874-8896-2FEE-D924-6CE2C7A1600F}"/>
          </ac:spMkLst>
        </pc:spChg>
        <pc:spChg chg="mod">
          <ac:chgData name="Alexander Garzón Díaz" userId="b403c006-f34f-4db7-b6f3-551134a244f6" providerId="ADAL" clId="{A93C33B0-41B7-4001-9155-1D80187CC010}" dt="2024-05-04T10:25:11.779" v="1262" actId="1038"/>
          <ac:spMkLst>
            <pc:docMk/>
            <pc:sldMk cId="888431539" sldId="314"/>
            <ac:spMk id="16" creationId="{CED591C2-3730-ABF8-ECAE-F666FEF59708}"/>
          </ac:spMkLst>
        </pc:spChg>
        <pc:spChg chg="mod">
          <ac:chgData name="Alexander Garzón Díaz" userId="b403c006-f34f-4db7-b6f3-551134a244f6" providerId="ADAL" clId="{A93C33B0-41B7-4001-9155-1D80187CC010}" dt="2024-05-04T10:25:11.779" v="1262" actId="1038"/>
          <ac:spMkLst>
            <pc:docMk/>
            <pc:sldMk cId="888431539" sldId="314"/>
            <ac:spMk id="17" creationId="{3A4EA15B-F411-E2D0-ADBC-73BA4EF1FFDF}"/>
          </ac:spMkLst>
        </pc:spChg>
        <pc:spChg chg="mod">
          <ac:chgData name="Alexander Garzón Díaz" userId="b403c006-f34f-4db7-b6f3-551134a244f6" providerId="ADAL" clId="{A93C33B0-41B7-4001-9155-1D80187CC010}" dt="2024-05-04T10:26:06.198" v="1424" actId="1038"/>
          <ac:spMkLst>
            <pc:docMk/>
            <pc:sldMk cId="888431539" sldId="314"/>
            <ac:spMk id="18" creationId="{3A45C745-B10B-CB8D-9E38-30C46C89E24B}"/>
          </ac:spMkLst>
        </pc:spChg>
        <pc:spChg chg="mod">
          <ac:chgData name="Alexander Garzón Díaz" userId="b403c006-f34f-4db7-b6f3-551134a244f6" providerId="ADAL" clId="{A93C33B0-41B7-4001-9155-1D80187CC010}" dt="2024-05-20T08:53:16.028" v="2226" actId="207"/>
          <ac:spMkLst>
            <pc:docMk/>
            <pc:sldMk cId="888431539" sldId="314"/>
            <ac:spMk id="19" creationId="{4C230AB1-55D9-EE53-42F9-0B5C1ABFE7B0}"/>
          </ac:spMkLst>
        </pc:spChg>
        <pc:spChg chg="mod">
          <ac:chgData name="Alexander Garzón Díaz" userId="b403c006-f34f-4db7-b6f3-551134a244f6" providerId="ADAL" clId="{A93C33B0-41B7-4001-9155-1D80187CC010}" dt="2024-05-04T10:46:11.195" v="1645" actId="1076"/>
          <ac:spMkLst>
            <pc:docMk/>
            <pc:sldMk cId="888431539" sldId="314"/>
            <ac:spMk id="20" creationId="{ECA8BF47-36D1-1CFD-1B34-3F8EAB7F6DE9}"/>
          </ac:spMkLst>
        </pc:spChg>
        <pc:spChg chg="mod">
          <ac:chgData name="Alexander Garzón Díaz" userId="b403c006-f34f-4db7-b6f3-551134a244f6" providerId="ADAL" clId="{A93C33B0-41B7-4001-9155-1D80187CC010}" dt="2024-05-04T10:26:06.198" v="1424" actId="1038"/>
          <ac:spMkLst>
            <pc:docMk/>
            <pc:sldMk cId="888431539" sldId="314"/>
            <ac:spMk id="21" creationId="{E9654FC2-E25C-7CE6-F9C7-720BF0CB90B2}"/>
          </ac:spMkLst>
        </pc:spChg>
        <pc:spChg chg="mod">
          <ac:chgData name="Alexander Garzón Díaz" userId="b403c006-f34f-4db7-b6f3-551134a244f6" providerId="ADAL" clId="{A93C33B0-41B7-4001-9155-1D80187CC010}" dt="2024-05-04T10:31:56.167" v="1492" actId="1076"/>
          <ac:spMkLst>
            <pc:docMk/>
            <pc:sldMk cId="888431539" sldId="314"/>
            <ac:spMk id="22" creationId="{45C560CF-CB78-0007-6AC8-DF1954D9A34E}"/>
          </ac:spMkLst>
        </pc:spChg>
        <pc:spChg chg="mod">
          <ac:chgData name="Alexander Garzón Díaz" userId="b403c006-f34f-4db7-b6f3-551134a244f6" providerId="ADAL" clId="{A93C33B0-41B7-4001-9155-1D80187CC010}" dt="2024-05-20T08:54:58.410" v="2237" actId="1076"/>
          <ac:spMkLst>
            <pc:docMk/>
            <pc:sldMk cId="888431539" sldId="314"/>
            <ac:spMk id="23" creationId="{1D89676A-B0B3-C26F-79A6-5DD8179E9A93}"/>
          </ac:spMkLst>
        </pc:spChg>
        <pc:spChg chg="mod">
          <ac:chgData name="Alexander Garzón Díaz" userId="b403c006-f34f-4db7-b6f3-551134a244f6" providerId="ADAL" clId="{A93C33B0-41B7-4001-9155-1D80187CC010}" dt="2024-05-20T08:54:58.410" v="2237" actId="1076"/>
          <ac:spMkLst>
            <pc:docMk/>
            <pc:sldMk cId="888431539" sldId="314"/>
            <ac:spMk id="24" creationId="{25F4760B-E8AB-74B8-883C-ED9C313E37A7}"/>
          </ac:spMkLst>
        </pc:spChg>
        <pc:spChg chg="mod">
          <ac:chgData name="Alexander Garzón Díaz" userId="b403c006-f34f-4db7-b6f3-551134a244f6" providerId="ADAL" clId="{A93C33B0-41B7-4001-9155-1D80187CC010}" dt="2024-05-20T08:54:58.410" v="2237" actId="1076"/>
          <ac:spMkLst>
            <pc:docMk/>
            <pc:sldMk cId="888431539" sldId="314"/>
            <ac:spMk id="25" creationId="{41C0E6DE-3191-B024-A228-179C83DC78BA}"/>
          </ac:spMkLst>
        </pc:spChg>
        <pc:spChg chg="mod">
          <ac:chgData name="Alexander Garzón Díaz" userId="b403c006-f34f-4db7-b6f3-551134a244f6" providerId="ADAL" clId="{A93C33B0-41B7-4001-9155-1D80187CC010}" dt="2024-05-04T10:25:11.779" v="1262" actId="1038"/>
          <ac:spMkLst>
            <pc:docMk/>
            <pc:sldMk cId="888431539" sldId="314"/>
            <ac:spMk id="26" creationId="{997CC975-2264-E9DD-5A4D-80F93E176C5A}"/>
          </ac:spMkLst>
        </pc:spChg>
        <pc:spChg chg="mod">
          <ac:chgData name="Alexander Garzón Díaz" userId="b403c006-f34f-4db7-b6f3-551134a244f6" providerId="ADAL" clId="{A93C33B0-41B7-4001-9155-1D80187CC010}" dt="2024-05-04T10:47:58.989" v="1657" actId="1076"/>
          <ac:spMkLst>
            <pc:docMk/>
            <pc:sldMk cId="888431539" sldId="314"/>
            <ac:spMk id="27" creationId="{B56CF6C1-2BBE-2BF8-4282-9507322041C0}"/>
          </ac:spMkLst>
        </pc:spChg>
        <pc:spChg chg="mod">
          <ac:chgData name="Alexander Garzón Díaz" userId="b403c006-f34f-4db7-b6f3-551134a244f6" providerId="ADAL" clId="{A93C33B0-41B7-4001-9155-1D80187CC010}" dt="2024-05-04T10:31:49.886" v="1491" actId="1076"/>
          <ac:spMkLst>
            <pc:docMk/>
            <pc:sldMk cId="888431539" sldId="314"/>
            <ac:spMk id="28" creationId="{5B686D48-81A7-0F27-11F9-D2106010ABEA}"/>
          </ac:spMkLst>
        </pc:spChg>
        <pc:spChg chg="mod">
          <ac:chgData name="Alexander Garzón Díaz" userId="b403c006-f34f-4db7-b6f3-551134a244f6" providerId="ADAL" clId="{A93C33B0-41B7-4001-9155-1D80187CC010}" dt="2024-05-04T10:25:11.779" v="1262" actId="1038"/>
          <ac:spMkLst>
            <pc:docMk/>
            <pc:sldMk cId="888431539" sldId="314"/>
            <ac:spMk id="29" creationId="{87C2E9F1-667B-C198-6A72-716C3D3720B0}"/>
          </ac:spMkLst>
        </pc:spChg>
        <pc:spChg chg="add mod ord">
          <ac:chgData name="Alexander Garzón Díaz" userId="b403c006-f34f-4db7-b6f3-551134a244f6" providerId="ADAL" clId="{A93C33B0-41B7-4001-9155-1D80187CC010}" dt="2024-05-04T10:47:55.999" v="1655" actId="166"/>
          <ac:spMkLst>
            <pc:docMk/>
            <pc:sldMk cId="888431539" sldId="314"/>
            <ac:spMk id="30" creationId="{D897FE3C-5841-5820-AE5D-2C3EEBF5CD89}"/>
          </ac:spMkLst>
        </pc:spChg>
        <pc:spChg chg="add del mod ord">
          <ac:chgData name="Alexander Garzón Díaz" userId="b403c006-f34f-4db7-b6f3-551134a244f6" providerId="ADAL" clId="{A93C33B0-41B7-4001-9155-1D80187CC010}" dt="2024-05-20T08:52:34.888" v="2218" actId="478"/>
          <ac:spMkLst>
            <pc:docMk/>
            <pc:sldMk cId="888431539" sldId="314"/>
            <ac:spMk id="31" creationId="{9420F797-4483-A045-8DEB-9887BCED1B3D}"/>
          </ac:spMkLst>
        </pc:spChg>
        <pc:spChg chg="add mod">
          <ac:chgData name="Alexander Garzón Díaz" userId="b403c006-f34f-4db7-b6f3-551134a244f6" providerId="ADAL" clId="{A93C33B0-41B7-4001-9155-1D80187CC010}" dt="2024-05-04T10:26:06.198" v="1424" actId="1038"/>
          <ac:spMkLst>
            <pc:docMk/>
            <pc:sldMk cId="888431539" sldId="314"/>
            <ac:spMk id="32" creationId="{AAEEEF3F-8581-389A-1030-79349D1FA833}"/>
          </ac:spMkLst>
        </pc:spChg>
        <pc:spChg chg="add mod ord">
          <ac:chgData name="Alexander Garzón Díaz" userId="b403c006-f34f-4db7-b6f3-551134a244f6" providerId="ADAL" clId="{A93C33B0-41B7-4001-9155-1D80187CC010}" dt="2024-05-04T10:47:55.999" v="1655" actId="166"/>
          <ac:spMkLst>
            <pc:docMk/>
            <pc:sldMk cId="888431539" sldId="314"/>
            <ac:spMk id="33" creationId="{9153E4F9-51B1-0D01-36DA-16BB38B2A11F}"/>
          </ac:spMkLst>
        </pc:spChg>
        <pc:spChg chg="add mod">
          <ac:chgData name="Alexander Garzón Díaz" userId="b403c006-f34f-4db7-b6f3-551134a244f6" providerId="ADAL" clId="{A93C33B0-41B7-4001-9155-1D80187CC010}" dt="2024-05-04T10:26:06.198" v="1424" actId="1038"/>
          <ac:spMkLst>
            <pc:docMk/>
            <pc:sldMk cId="888431539" sldId="314"/>
            <ac:spMk id="34" creationId="{3A883D36-1629-DBAC-462E-B1F450472951}"/>
          </ac:spMkLst>
        </pc:spChg>
        <pc:spChg chg="add del mod">
          <ac:chgData name="Alexander Garzón Díaz" userId="b403c006-f34f-4db7-b6f3-551134a244f6" providerId="ADAL" clId="{A93C33B0-41B7-4001-9155-1D80187CC010}" dt="2024-05-20T08:52:42.848" v="2219" actId="478"/>
          <ac:spMkLst>
            <pc:docMk/>
            <pc:sldMk cId="888431539" sldId="314"/>
            <ac:spMk id="35" creationId="{09729AD2-C4E6-A2D3-477A-E3FBD8F401B5}"/>
          </ac:spMkLst>
        </pc:spChg>
        <pc:spChg chg="add mod ord">
          <ac:chgData name="Alexander Garzón Díaz" userId="b403c006-f34f-4db7-b6f3-551134a244f6" providerId="ADAL" clId="{A93C33B0-41B7-4001-9155-1D80187CC010}" dt="2024-05-04T10:47:55.999" v="1655" actId="166"/>
          <ac:spMkLst>
            <pc:docMk/>
            <pc:sldMk cId="888431539" sldId="314"/>
            <ac:spMk id="36" creationId="{FB6B1135-1EAA-9D06-BF71-FAFA2C5572EE}"/>
          </ac:spMkLst>
        </pc:spChg>
        <pc:spChg chg="add mod">
          <ac:chgData name="Alexander Garzón Díaz" userId="b403c006-f34f-4db7-b6f3-551134a244f6" providerId="ADAL" clId="{A93C33B0-41B7-4001-9155-1D80187CC010}" dt="2024-05-04T10:25:11.779" v="1262" actId="1038"/>
          <ac:spMkLst>
            <pc:docMk/>
            <pc:sldMk cId="888431539" sldId="314"/>
            <ac:spMk id="39" creationId="{181C9BEB-DACF-7985-0AF4-CC7A78ACEE4E}"/>
          </ac:spMkLst>
        </pc:spChg>
        <pc:spChg chg="add mod ord">
          <ac:chgData name="Alexander Garzón Díaz" userId="b403c006-f34f-4db7-b6f3-551134a244f6" providerId="ADAL" clId="{A93C33B0-41B7-4001-9155-1D80187CC010}" dt="2024-05-20T08:54:58.410" v="2237" actId="1076"/>
          <ac:spMkLst>
            <pc:docMk/>
            <pc:sldMk cId="888431539" sldId="314"/>
            <ac:spMk id="40" creationId="{8A9B1F6E-F03A-F4C1-AC4B-B24CEA4930B3}"/>
          </ac:spMkLst>
        </pc:spChg>
        <pc:spChg chg="add mod">
          <ac:chgData name="Alexander Garzón Díaz" userId="b403c006-f34f-4db7-b6f3-551134a244f6" providerId="ADAL" clId="{A93C33B0-41B7-4001-9155-1D80187CC010}" dt="2024-05-20T08:54:58.410" v="2237" actId="1076"/>
          <ac:spMkLst>
            <pc:docMk/>
            <pc:sldMk cId="888431539" sldId="314"/>
            <ac:spMk id="41" creationId="{5D27DA9B-F4AF-F3C6-B356-C52F34111F8A}"/>
          </ac:spMkLst>
        </pc:spChg>
        <pc:spChg chg="add mod">
          <ac:chgData name="Alexander Garzón Díaz" userId="b403c006-f34f-4db7-b6f3-551134a244f6" providerId="ADAL" clId="{A93C33B0-41B7-4001-9155-1D80187CC010}" dt="2024-05-04T10:39:54.645" v="1627" actId="1076"/>
          <ac:spMkLst>
            <pc:docMk/>
            <pc:sldMk cId="888431539" sldId="314"/>
            <ac:spMk id="42" creationId="{A0213084-BF0B-1CB1-9D05-B5CFCBECF489}"/>
          </ac:spMkLst>
        </pc:spChg>
        <pc:spChg chg="add del mod">
          <ac:chgData name="Alexander Garzón Díaz" userId="b403c006-f34f-4db7-b6f3-551134a244f6" providerId="ADAL" clId="{A93C33B0-41B7-4001-9155-1D80187CC010}" dt="2024-05-04T10:27:06.800" v="1429" actId="478"/>
          <ac:spMkLst>
            <pc:docMk/>
            <pc:sldMk cId="888431539" sldId="314"/>
            <ac:spMk id="43" creationId="{25F1EB3F-3D53-F01B-B66D-3A9ACD25F9FB}"/>
          </ac:spMkLst>
        </pc:spChg>
        <pc:spChg chg="add mod ord">
          <ac:chgData name="Alexander Garzón Díaz" userId="b403c006-f34f-4db7-b6f3-551134a244f6" providerId="ADAL" clId="{A93C33B0-41B7-4001-9155-1D80187CC010}" dt="2024-05-04T10:29:22.425" v="1462" actId="14100"/>
          <ac:spMkLst>
            <pc:docMk/>
            <pc:sldMk cId="888431539" sldId="314"/>
            <ac:spMk id="44" creationId="{D4603C19-0EE1-819E-DB93-7BE24F2DA7EB}"/>
          </ac:spMkLst>
        </pc:spChg>
        <pc:spChg chg="add mod">
          <ac:chgData name="Alexander Garzón Díaz" userId="b403c006-f34f-4db7-b6f3-551134a244f6" providerId="ADAL" clId="{A93C33B0-41B7-4001-9155-1D80187CC010}" dt="2024-05-04T10:28:57.562" v="1460" actId="1076"/>
          <ac:spMkLst>
            <pc:docMk/>
            <pc:sldMk cId="888431539" sldId="314"/>
            <ac:spMk id="45" creationId="{503FAF7C-4688-952E-3677-D4A71D852EDA}"/>
          </ac:spMkLst>
        </pc:spChg>
        <pc:spChg chg="add mod ord">
          <ac:chgData name="Alexander Garzón Díaz" userId="b403c006-f34f-4db7-b6f3-551134a244f6" providerId="ADAL" clId="{A93C33B0-41B7-4001-9155-1D80187CC010}" dt="2024-05-20T08:54:58.410" v="2237" actId="1076"/>
          <ac:spMkLst>
            <pc:docMk/>
            <pc:sldMk cId="888431539" sldId="314"/>
            <ac:spMk id="46" creationId="{75FDE8DA-CAE1-FCD0-C854-56FA477E292D}"/>
          </ac:spMkLst>
        </pc:spChg>
        <pc:spChg chg="add mod">
          <ac:chgData name="Alexander Garzón Díaz" userId="b403c006-f34f-4db7-b6f3-551134a244f6" providerId="ADAL" clId="{A93C33B0-41B7-4001-9155-1D80187CC010}" dt="2024-05-20T08:54:58.410" v="2237" actId="1076"/>
          <ac:spMkLst>
            <pc:docMk/>
            <pc:sldMk cId="888431539" sldId="314"/>
            <ac:spMk id="47" creationId="{1F68599B-2441-7CC4-3FD6-9558A65D8D09}"/>
          </ac:spMkLst>
        </pc:spChg>
        <pc:spChg chg="add mod ord">
          <ac:chgData name="Alexander Garzón Díaz" userId="b403c006-f34f-4db7-b6f3-551134a244f6" providerId="ADAL" clId="{A93C33B0-41B7-4001-9155-1D80187CC010}" dt="2024-05-04T10:39:48.080" v="1626" actId="1076"/>
          <ac:spMkLst>
            <pc:docMk/>
            <pc:sldMk cId="888431539" sldId="314"/>
            <ac:spMk id="48" creationId="{B6A54800-3591-6410-40B7-A0D88AA08962}"/>
          </ac:spMkLst>
        </pc:spChg>
        <pc:spChg chg="add mod">
          <ac:chgData name="Alexander Garzón Díaz" userId="b403c006-f34f-4db7-b6f3-551134a244f6" providerId="ADAL" clId="{A93C33B0-41B7-4001-9155-1D80187CC010}" dt="2024-05-04T10:34:00.140" v="1516" actId="1076"/>
          <ac:spMkLst>
            <pc:docMk/>
            <pc:sldMk cId="888431539" sldId="314"/>
            <ac:spMk id="49" creationId="{D8D5EE29-93F4-02D9-5FE4-4FA77AE8EE83}"/>
          </ac:spMkLst>
        </pc:spChg>
        <pc:spChg chg="add mod ord">
          <ac:chgData name="Alexander Garzón Díaz" userId="b403c006-f34f-4db7-b6f3-551134a244f6" providerId="ADAL" clId="{A93C33B0-41B7-4001-9155-1D80187CC010}" dt="2024-05-20T09:07:09.944" v="2467" actId="1076"/>
          <ac:spMkLst>
            <pc:docMk/>
            <pc:sldMk cId="888431539" sldId="314"/>
            <ac:spMk id="50" creationId="{40342350-D090-7AD2-6CA0-20D2E670DE82}"/>
          </ac:spMkLst>
        </pc:spChg>
        <pc:spChg chg="add mod">
          <ac:chgData name="Alexander Garzón Díaz" userId="b403c006-f34f-4db7-b6f3-551134a244f6" providerId="ADAL" clId="{A93C33B0-41B7-4001-9155-1D80187CC010}" dt="2024-05-04T10:39:20.622" v="1623" actId="1076"/>
          <ac:spMkLst>
            <pc:docMk/>
            <pc:sldMk cId="888431539" sldId="314"/>
            <ac:spMk id="51" creationId="{914DFB83-790A-64A6-426B-95EF98AB7DE1}"/>
          </ac:spMkLst>
        </pc:spChg>
        <pc:spChg chg="add mod ord">
          <ac:chgData name="Alexander Garzón Díaz" userId="b403c006-f34f-4db7-b6f3-551134a244f6" providerId="ADAL" clId="{A93C33B0-41B7-4001-9155-1D80187CC010}" dt="2024-05-04T10:48:24.965" v="1659" actId="171"/>
          <ac:spMkLst>
            <pc:docMk/>
            <pc:sldMk cId="888431539" sldId="314"/>
            <ac:spMk id="52" creationId="{519C4431-F82A-60C0-B8DB-83763581F2F5}"/>
          </ac:spMkLst>
        </pc:spChg>
        <pc:cxnChg chg="add mod">
          <ac:chgData name="Alexander Garzón Díaz" userId="b403c006-f34f-4db7-b6f3-551134a244f6" providerId="ADAL" clId="{A93C33B0-41B7-4001-9155-1D80187CC010}" dt="2024-05-04T10:35:10.695" v="1523" actId="1582"/>
          <ac:cxnSpMkLst>
            <pc:docMk/>
            <pc:sldMk cId="888431539" sldId="314"/>
            <ac:cxnSpMk id="38" creationId="{B16DEC05-3CEF-36D5-55B2-55BBDEF4B29C}"/>
          </ac:cxnSpMkLst>
        </pc:cxnChg>
      </pc:sldChg>
      <pc:sldChg chg="delSp modSp add mod ord">
        <pc:chgData name="Alexander Garzón Díaz" userId="b403c006-f34f-4db7-b6f3-551134a244f6" providerId="ADAL" clId="{A93C33B0-41B7-4001-9155-1D80187CC010}" dt="2024-05-20T09:25:53.740" v="2793"/>
        <pc:sldMkLst>
          <pc:docMk/>
          <pc:sldMk cId="3098354258" sldId="315"/>
        </pc:sldMkLst>
        <pc:spChg chg="mod">
          <ac:chgData name="Alexander Garzón Díaz" userId="b403c006-f34f-4db7-b6f3-551134a244f6" providerId="ADAL" clId="{A93C33B0-41B7-4001-9155-1D80187CC010}" dt="2024-05-04T10:50:35.819" v="1738" actId="20577"/>
          <ac:spMkLst>
            <pc:docMk/>
            <pc:sldMk cId="3098354258" sldId="315"/>
            <ac:spMk id="3168" creationId="{00000000-0000-0000-0000-000000000000}"/>
          </ac:spMkLst>
        </pc:spChg>
        <pc:spChg chg="del">
          <ac:chgData name="Alexander Garzón Díaz" userId="b403c006-f34f-4db7-b6f3-551134a244f6" providerId="ADAL" clId="{A93C33B0-41B7-4001-9155-1D80187CC010}" dt="2024-05-04T10:50:44.458" v="1739" actId="478"/>
          <ac:spMkLst>
            <pc:docMk/>
            <pc:sldMk cId="3098354258" sldId="315"/>
            <ac:spMk id="3169" creationId="{00000000-0000-0000-0000-000000000000}"/>
          </ac:spMkLst>
        </pc:spChg>
      </pc:sldChg>
      <pc:sldChg chg="modSp new del mod ord">
        <pc:chgData name="Alexander Garzón Díaz" userId="b403c006-f34f-4db7-b6f3-551134a244f6" providerId="ADAL" clId="{A93C33B0-41B7-4001-9155-1D80187CC010}" dt="2024-05-24T06:46:29.822" v="7025" actId="47"/>
        <pc:sldMkLst>
          <pc:docMk/>
          <pc:sldMk cId="2987209128" sldId="316"/>
        </pc:sldMkLst>
        <pc:spChg chg="mod">
          <ac:chgData name="Alexander Garzón Díaz" userId="b403c006-f34f-4db7-b6f3-551134a244f6" providerId="ADAL" clId="{A93C33B0-41B7-4001-9155-1D80187CC010}" dt="2024-05-20T09:18:03.408" v="2640" actId="21"/>
          <ac:spMkLst>
            <pc:docMk/>
            <pc:sldMk cId="2987209128" sldId="316"/>
            <ac:spMk id="3" creationId="{607D9153-3720-80E3-E095-39BC408E64B0}"/>
          </ac:spMkLst>
        </pc:spChg>
      </pc:sldChg>
      <pc:sldChg chg="new del ord">
        <pc:chgData name="Alexander Garzón Díaz" userId="b403c006-f34f-4db7-b6f3-551134a244f6" providerId="ADAL" clId="{A93C33B0-41B7-4001-9155-1D80187CC010}" dt="2024-05-24T06:46:30.422" v="7026" actId="47"/>
        <pc:sldMkLst>
          <pc:docMk/>
          <pc:sldMk cId="947149536" sldId="317"/>
        </pc:sldMkLst>
      </pc:sldChg>
      <pc:sldChg chg="addSp modSp mod ord modTransition modAnim">
        <pc:chgData name="Alexander Garzón Díaz" userId="b403c006-f34f-4db7-b6f3-551134a244f6" providerId="ADAL" clId="{A93C33B0-41B7-4001-9155-1D80187CC010}" dt="2024-05-24T06:51:10.714" v="7048"/>
        <pc:sldMkLst>
          <pc:docMk/>
          <pc:sldMk cId="958193031" sldId="318"/>
        </pc:sldMkLst>
        <pc:spChg chg="mod">
          <ac:chgData name="Alexander Garzón Díaz" userId="b403c006-f34f-4db7-b6f3-551134a244f6" providerId="ADAL" clId="{A93C33B0-41B7-4001-9155-1D80187CC010}" dt="2024-05-20T08:46:48.572" v="2201" actId="1076"/>
          <ac:spMkLst>
            <pc:docMk/>
            <pc:sldMk cId="958193031" sldId="318"/>
            <ac:spMk id="3" creationId="{CE58AA26-0E94-4222-CB72-3F1B57479620}"/>
          </ac:spMkLst>
        </pc:spChg>
        <pc:picChg chg="add mod modCrop">
          <ac:chgData name="Alexander Garzón Díaz" userId="b403c006-f34f-4db7-b6f3-551134a244f6" providerId="ADAL" clId="{A93C33B0-41B7-4001-9155-1D80187CC010}" dt="2024-05-20T08:32:40.477" v="1879" actId="1076"/>
          <ac:picMkLst>
            <pc:docMk/>
            <pc:sldMk cId="958193031" sldId="318"/>
            <ac:picMk id="5" creationId="{FC59AD2B-5ED3-DF67-F3A4-7ECDD20AE769}"/>
          </ac:picMkLst>
        </pc:picChg>
      </pc:sldChg>
      <pc:sldChg chg="del">
        <pc:chgData name="Alexander Garzón Díaz" userId="b403c006-f34f-4db7-b6f3-551134a244f6" providerId="ADAL" clId="{A93C33B0-41B7-4001-9155-1D80187CC010}" dt="2024-05-24T06:46:27.913" v="7024" actId="47"/>
        <pc:sldMkLst>
          <pc:docMk/>
          <pc:sldMk cId="1055229116" sldId="319"/>
        </pc:sldMkLst>
      </pc:sldChg>
      <pc:sldChg chg="modSp add mod ord">
        <pc:chgData name="Alexander Garzón Díaz" userId="b403c006-f34f-4db7-b6f3-551134a244f6" providerId="ADAL" clId="{A93C33B0-41B7-4001-9155-1D80187CC010}" dt="2024-05-20T09:32:59.416" v="2799"/>
        <pc:sldMkLst>
          <pc:docMk/>
          <pc:sldMk cId="3382877089" sldId="320"/>
        </pc:sldMkLst>
        <pc:spChg chg="mod">
          <ac:chgData name="Alexander Garzón Díaz" userId="b403c006-f34f-4db7-b6f3-551134a244f6" providerId="ADAL" clId="{A93C33B0-41B7-4001-9155-1D80187CC010}" dt="2024-05-20T09:19:10.231" v="2655"/>
          <ac:spMkLst>
            <pc:docMk/>
            <pc:sldMk cId="3382877089" sldId="320"/>
            <ac:spMk id="3168" creationId="{00000000-0000-0000-0000-000000000000}"/>
          </ac:spMkLst>
        </pc:spChg>
      </pc:sldChg>
      <pc:sldChg chg="addSp delSp modSp new mod ord modTransition modAnim">
        <pc:chgData name="Alexander Garzón Díaz" userId="b403c006-f34f-4db7-b6f3-551134a244f6" providerId="ADAL" clId="{A93C33B0-41B7-4001-9155-1D80187CC010}" dt="2024-05-24T06:51:17.804" v="7049"/>
        <pc:sldMkLst>
          <pc:docMk/>
          <pc:sldMk cId="755658054" sldId="321"/>
        </pc:sldMkLst>
        <pc:spChg chg="mod">
          <ac:chgData name="Alexander Garzón Díaz" userId="b403c006-f34f-4db7-b6f3-551134a244f6" providerId="ADAL" clId="{A93C33B0-41B7-4001-9155-1D80187CC010}" dt="2024-05-20T08:55:07.656" v="2252" actId="20577"/>
          <ac:spMkLst>
            <pc:docMk/>
            <pc:sldMk cId="755658054" sldId="321"/>
            <ac:spMk id="2" creationId="{340AB738-8473-FBDE-D118-C0BD2725876E}"/>
          </ac:spMkLst>
        </pc:spChg>
        <pc:spChg chg="mod">
          <ac:chgData name="Alexander Garzón Díaz" userId="b403c006-f34f-4db7-b6f3-551134a244f6" providerId="ADAL" clId="{A93C33B0-41B7-4001-9155-1D80187CC010}" dt="2024-05-20T09:21:23.844" v="2724" actId="1037"/>
          <ac:spMkLst>
            <pc:docMk/>
            <pc:sldMk cId="755658054" sldId="321"/>
            <ac:spMk id="3" creationId="{5CB61DAD-D74D-90FE-61AE-A90611AA5D16}"/>
          </ac:spMkLst>
        </pc:spChg>
        <pc:spChg chg="add del mod">
          <ac:chgData name="Alexander Garzón Díaz" userId="b403c006-f34f-4db7-b6f3-551134a244f6" providerId="ADAL" clId="{A93C33B0-41B7-4001-9155-1D80187CC010}" dt="2024-05-20T09:03:05.285" v="2435" actId="478"/>
          <ac:spMkLst>
            <pc:docMk/>
            <pc:sldMk cId="755658054" sldId="321"/>
            <ac:spMk id="13" creationId="{93E70429-B27F-8748-9415-88789A4FE8C6}"/>
          </ac:spMkLst>
        </pc:spChg>
        <pc:spChg chg="add mod">
          <ac:chgData name="Alexander Garzón Díaz" userId="b403c006-f34f-4db7-b6f3-551134a244f6" providerId="ADAL" clId="{A93C33B0-41B7-4001-9155-1D80187CC010}" dt="2024-05-20T09:21:23.844" v="2724" actId="1037"/>
          <ac:spMkLst>
            <pc:docMk/>
            <pc:sldMk cId="755658054" sldId="321"/>
            <ac:spMk id="14" creationId="{0C2FD921-289D-EA28-B447-1C01E89C7963}"/>
          </ac:spMkLst>
        </pc:spChg>
        <pc:spChg chg="add mod">
          <ac:chgData name="Alexander Garzón Díaz" userId="b403c006-f34f-4db7-b6f3-551134a244f6" providerId="ADAL" clId="{A93C33B0-41B7-4001-9155-1D80187CC010}" dt="2024-05-20T09:21:23.844" v="2724" actId="1037"/>
          <ac:spMkLst>
            <pc:docMk/>
            <pc:sldMk cId="755658054" sldId="321"/>
            <ac:spMk id="28" creationId="{3F3FC3A9-0E4B-74E4-C4CF-7DF3FFB6D3F6}"/>
          </ac:spMkLst>
        </pc:spChg>
        <pc:spChg chg="add mod">
          <ac:chgData name="Alexander Garzón Díaz" userId="b403c006-f34f-4db7-b6f3-551134a244f6" providerId="ADAL" clId="{A93C33B0-41B7-4001-9155-1D80187CC010}" dt="2024-05-20T09:21:59.623" v="2742" actId="1076"/>
          <ac:spMkLst>
            <pc:docMk/>
            <pc:sldMk cId="755658054" sldId="321"/>
            <ac:spMk id="30" creationId="{437462C0-437D-C27B-7368-26D609936684}"/>
          </ac:spMkLst>
        </pc:spChg>
        <pc:picChg chg="add mod">
          <ac:chgData name="Alexander Garzón Díaz" userId="b403c006-f34f-4db7-b6f3-551134a244f6" providerId="ADAL" clId="{A93C33B0-41B7-4001-9155-1D80187CC010}" dt="2024-05-20T09:21:23.844" v="2724" actId="1037"/>
          <ac:picMkLst>
            <pc:docMk/>
            <pc:sldMk cId="755658054" sldId="321"/>
            <ac:picMk id="5" creationId="{F8F78384-850E-3696-5215-7DE8E5662660}"/>
          </ac:picMkLst>
        </pc:picChg>
        <pc:picChg chg="add mod">
          <ac:chgData name="Alexander Garzón Díaz" userId="b403c006-f34f-4db7-b6f3-551134a244f6" providerId="ADAL" clId="{A93C33B0-41B7-4001-9155-1D80187CC010}" dt="2024-05-20T09:21:23.844" v="2724" actId="1037"/>
          <ac:picMkLst>
            <pc:docMk/>
            <pc:sldMk cId="755658054" sldId="321"/>
            <ac:picMk id="7" creationId="{A49B0AEA-2C72-D472-3488-8F31AFA4C04C}"/>
          </ac:picMkLst>
        </pc:picChg>
        <pc:picChg chg="add mod">
          <ac:chgData name="Alexander Garzón Díaz" userId="b403c006-f34f-4db7-b6f3-551134a244f6" providerId="ADAL" clId="{A93C33B0-41B7-4001-9155-1D80187CC010}" dt="2024-05-20T09:22:03.065" v="2743" actId="1076"/>
          <ac:picMkLst>
            <pc:docMk/>
            <pc:sldMk cId="755658054" sldId="321"/>
            <ac:picMk id="9" creationId="{6A947EC5-880F-3629-004C-CF956BAA8E8E}"/>
          </ac:picMkLst>
        </pc:picChg>
        <pc:picChg chg="add mod">
          <ac:chgData name="Alexander Garzón Díaz" userId="b403c006-f34f-4db7-b6f3-551134a244f6" providerId="ADAL" clId="{A93C33B0-41B7-4001-9155-1D80187CC010}" dt="2024-05-20T09:21:23.844" v="2724" actId="1037"/>
          <ac:picMkLst>
            <pc:docMk/>
            <pc:sldMk cId="755658054" sldId="321"/>
            <ac:picMk id="11" creationId="{6761C084-9D58-FBE3-2C6B-7FFE661B6F99}"/>
          </ac:picMkLst>
        </pc:picChg>
        <pc:picChg chg="add mod">
          <ac:chgData name="Alexander Garzón Díaz" userId="b403c006-f34f-4db7-b6f3-551134a244f6" providerId="ADAL" clId="{A93C33B0-41B7-4001-9155-1D80187CC010}" dt="2024-05-20T09:21:23.844" v="2724" actId="1037"/>
          <ac:picMkLst>
            <pc:docMk/>
            <pc:sldMk cId="755658054" sldId="321"/>
            <ac:picMk id="12" creationId="{D1C46FF3-29F5-FFF6-2456-DAB7386AFC05}"/>
          </ac:picMkLst>
        </pc:picChg>
        <pc:picChg chg="add mod">
          <ac:chgData name="Alexander Garzón Díaz" userId="b403c006-f34f-4db7-b6f3-551134a244f6" providerId="ADAL" clId="{A93C33B0-41B7-4001-9155-1D80187CC010}" dt="2024-05-20T09:21:23.844" v="2724" actId="1037"/>
          <ac:picMkLst>
            <pc:docMk/>
            <pc:sldMk cId="755658054" sldId="321"/>
            <ac:picMk id="26" creationId="{47F3A060-B292-6E12-25A3-CD68B2643ABC}"/>
          </ac:picMkLst>
        </pc:picChg>
        <pc:picChg chg="add mod">
          <ac:chgData name="Alexander Garzón Díaz" userId="b403c006-f34f-4db7-b6f3-551134a244f6" providerId="ADAL" clId="{A93C33B0-41B7-4001-9155-1D80187CC010}" dt="2024-05-20T09:21:23.844" v="2724" actId="1037"/>
          <ac:picMkLst>
            <pc:docMk/>
            <pc:sldMk cId="755658054" sldId="321"/>
            <ac:picMk id="27" creationId="{F4CF5827-DBE0-5273-D5F1-AA8E0E596B37}"/>
          </ac:picMkLst>
        </pc:picChg>
        <pc:cxnChg chg="add mod">
          <ac:chgData name="Alexander Garzón Díaz" userId="b403c006-f34f-4db7-b6f3-551134a244f6" providerId="ADAL" clId="{A93C33B0-41B7-4001-9155-1D80187CC010}" dt="2024-05-20T09:21:23.844" v="2724" actId="1037"/>
          <ac:cxnSpMkLst>
            <pc:docMk/>
            <pc:sldMk cId="755658054" sldId="321"/>
            <ac:cxnSpMk id="16" creationId="{A6412F06-8E51-474E-3130-EEEF5B6F57E4}"/>
          </ac:cxnSpMkLst>
        </pc:cxnChg>
        <pc:cxnChg chg="add mod">
          <ac:chgData name="Alexander Garzón Díaz" userId="b403c006-f34f-4db7-b6f3-551134a244f6" providerId="ADAL" clId="{A93C33B0-41B7-4001-9155-1D80187CC010}" dt="2024-05-20T09:21:41.240" v="2725" actId="1076"/>
          <ac:cxnSpMkLst>
            <pc:docMk/>
            <pc:sldMk cId="755658054" sldId="321"/>
            <ac:cxnSpMk id="19" creationId="{D134D0FF-28CD-B395-C1F0-3DE3A7195F54}"/>
          </ac:cxnSpMkLst>
        </pc:cxnChg>
        <pc:cxnChg chg="add del mod">
          <ac:chgData name="Alexander Garzón Díaz" userId="b403c006-f34f-4db7-b6f3-551134a244f6" providerId="ADAL" clId="{A93C33B0-41B7-4001-9155-1D80187CC010}" dt="2024-05-20T09:10:26.607" v="2540" actId="478"/>
          <ac:cxnSpMkLst>
            <pc:docMk/>
            <pc:sldMk cId="755658054" sldId="321"/>
            <ac:cxnSpMk id="20" creationId="{77C3ED48-9E3D-01FF-C80B-A26FDA0156E1}"/>
          </ac:cxnSpMkLst>
        </pc:cxnChg>
        <pc:cxnChg chg="add mod">
          <ac:chgData name="Alexander Garzón Díaz" userId="b403c006-f34f-4db7-b6f3-551134a244f6" providerId="ADAL" clId="{A93C33B0-41B7-4001-9155-1D80187CC010}" dt="2024-05-20T09:21:23.844" v="2724" actId="1037"/>
          <ac:cxnSpMkLst>
            <pc:docMk/>
            <pc:sldMk cId="755658054" sldId="321"/>
            <ac:cxnSpMk id="25" creationId="{A591E6D0-6DD9-CBB9-F8EF-E2E2693D16FB}"/>
          </ac:cxnSpMkLst>
        </pc:cxnChg>
      </pc:sldChg>
      <pc:sldChg chg="addSp delSp modSp new mod ord modTransition modAnim">
        <pc:chgData name="Alexander Garzón Díaz" userId="b403c006-f34f-4db7-b6f3-551134a244f6" providerId="ADAL" clId="{A93C33B0-41B7-4001-9155-1D80187CC010}" dt="2024-05-24T06:53:53.614" v="7050"/>
        <pc:sldMkLst>
          <pc:docMk/>
          <pc:sldMk cId="3493107320" sldId="322"/>
        </pc:sldMkLst>
        <pc:spChg chg="mod">
          <ac:chgData name="Alexander Garzón Díaz" userId="b403c006-f34f-4db7-b6f3-551134a244f6" providerId="ADAL" clId="{A93C33B0-41B7-4001-9155-1D80187CC010}" dt="2024-05-20T09:25:48.301" v="2791" actId="20577"/>
          <ac:spMkLst>
            <pc:docMk/>
            <pc:sldMk cId="3493107320" sldId="322"/>
            <ac:spMk id="2" creationId="{CAC5B8D1-7092-4FA0-5F52-0B1F5AC541BD}"/>
          </ac:spMkLst>
        </pc:spChg>
        <pc:spChg chg="mod">
          <ac:chgData name="Alexander Garzón Díaz" userId="b403c006-f34f-4db7-b6f3-551134a244f6" providerId="ADAL" clId="{A93C33B0-41B7-4001-9155-1D80187CC010}" dt="2024-05-20T09:34:31.845" v="2808" actId="1076"/>
          <ac:spMkLst>
            <pc:docMk/>
            <pc:sldMk cId="3493107320" sldId="322"/>
            <ac:spMk id="3" creationId="{A4D8964B-96C0-9C03-27E0-45188582D761}"/>
          </ac:spMkLst>
        </pc:spChg>
        <pc:spChg chg="add mod ord">
          <ac:chgData name="Alexander Garzón Díaz" userId="b403c006-f34f-4db7-b6f3-551134a244f6" providerId="ADAL" clId="{A93C33B0-41B7-4001-9155-1D80187CC010}" dt="2024-05-20T09:35:26.767" v="2818" actId="166"/>
          <ac:spMkLst>
            <pc:docMk/>
            <pc:sldMk cId="3493107320" sldId="322"/>
            <ac:spMk id="6" creationId="{5B8D0154-4E02-47D1-626E-00D9110A4620}"/>
          </ac:spMkLst>
        </pc:spChg>
        <pc:spChg chg="add mod">
          <ac:chgData name="Alexander Garzón Díaz" userId="b403c006-f34f-4db7-b6f3-551134a244f6" providerId="ADAL" clId="{A93C33B0-41B7-4001-9155-1D80187CC010}" dt="2024-05-20T09:34:31.845" v="2808" actId="1076"/>
          <ac:spMkLst>
            <pc:docMk/>
            <pc:sldMk cId="3493107320" sldId="322"/>
            <ac:spMk id="8" creationId="{3AAB866A-C280-96D5-8E80-9B7C12ECA717}"/>
          </ac:spMkLst>
        </pc:spChg>
        <pc:spChg chg="add mod">
          <ac:chgData name="Alexander Garzón Díaz" userId="b403c006-f34f-4db7-b6f3-551134a244f6" providerId="ADAL" clId="{A93C33B0-41B7-4001-9155-1D80187CC010}" dt="2024-05-20T10:01:19.919" v="2829" actId="1076"/>
          <ac:spMkLst>
            <pc:docMk/>
            <pc:sldMk cId="3493107320" sldId="322"/>
            <ac:spMk id="10" creationId="{866C448F-0053-3A9B-9585-4AF6AAE5DB7E}"/>
          </ac:spMkLst>
        </pc:spChg>
        <pc:picChg chg="add del mod">
          <ac:chgData name="Alexander Garzón Díaz" userId="b403c006-f34f-4db7-b6f3-551134a244f6" providerId="ADAL" clId="{A93C33B0-41B7-4001-9155-1D80187CC010}" dt="2024-05-20T09:34:18.692" v="2806" actId="478"/>
          <ac:picMkLst>
            <pc:docMk/>
            <pc:sldMk cId="3493107320" sldId="322"/>
            <ac:picMk id="4" creationId="{BC422BC2-A3CE-6500-2B63-9D9B2D53932B}"/>
          </ac:picMkLst>
        </pc:picChg>
        <pc:picChg chg="add del mod">
          <ac:chgData name="Alexander Garzón Díaz" userId="b403c006-f34f-4db7-b6f3-551134a244f6" providerId="ADAL" clId="{A93C33B0-41B7-4001-9155-1D80187CC010}" dt="2024-05-20T09:34:20.578" v="2807" actId="478"/>
          <ac:picMkLst>
            <pc:docMk/>
            <pc:sldMk cId="3493107320" sldId="322"/>
            <ac:picMk id="5" creationId="{E9665E2F-FEC7-71E0-6280-A81FF4C772FF}"/>
          </ac:picMkLst>
        </pc:picChg>
        <pc:picChg chg="add mod">
          <ac:chgData name="Alexander Garzón Díaz" userId="b403c006-f34f-4db7-b6f3-551134a244f6" providerId="ADAL" clId="{A93C33B0-41B7-4001-9155-1D80187CC010}" dt="2024-05-20T09:34:31.845" v="2808" actId="1076"/>
          <ac:picMkLst>
            <pc:docMk/>
            <pc:sldMk cId="3493107320" sldId="322"/>
            <ac:picMk id="7" creationId="{D6427D60-5E75-DDD5-9697-A1886BA1096D}"/>
          </ac:picMkLst>
        </pc:picChg>
        <pc:picChg chg="add mod">
          <ac:chgData name="Alexander Garzón Díaz" userId="b403c006-f34f-4db7-b6f3-551134a244f6" providerId="ADAL" clId="{A93C33B0-41B7-4001-9155-1D80187CC010}" dt="2024-05-20T09:34:31.845" v="2808" actId="1076"/>
          <ac:picMkLst>
            <pc:docMk/>
            <pc:sldMk cId="3493107320" sldId="322"/>
            <ac:picMk id="9" creationId="{461CC2D1-56B0-C814-216F-8ECD03D7E7BC}"/>
          </ac:picMkLst>
        </pc:picChg>
        <pc:picChg chg="add mod">
          <ac:chgData name="Alexander Garzón Díaz" userId="b403c006-f34f-4db7-b6f3-551134a244f6" providerId="ADAL" clId="{A93C33B0-41B7-4001-9155-1D80187CC010}" dt="2024-05-20T09:34:31.845" v="2808" actId="1076"/>
          <ac:picMkLst>
            <pc:docMk/>
            <pc:sldMk cId="3493107320" sldId="322"/>
            <ac:picMk id="11" creationId="{93AAC856-4FE7-B0F9-FC86-C967620FDFC8}"/>
          </ac:picMkLst>
        </pc:picChg>
        <pc:picChg chg="add mod">
          <ac:chgData name="Alexander Garzón Díaz" userId="b403c006-f34f-4db7-b6f3-551134a244f6" providerId="ADAL" clId="{A93C33B0-41B7-4001-9155-1D80187CC010}" dt="2024-05-20T10:01:15.542" v="2828" actId="1076"/>
          <ac:picMkLst>
            <pc:docMk/>
            <pc:sldMk cId="3493107320" sldId="322"/>
            <ac:picMk id="12" creationId="{E18871D0-F83B-64B9-D1F6-FC00903B3C60}"/>
          </ac:picMkLst>
        </pc:picChg>
        <pc:picChg chg="add mod">
          <ac:chgData name="Alexander Garzón Díaz" userId="b403c006-f34f-4db7-b6f3-551134a244f6" providerId="ADAL" clId="{A93C33B0-41B7-4001-9155-1D80187CC010}" dt="2024-05-20T09:34:31.845" v="2808" actId="1076"/>
          <ac:picMkLst>
            <pc:docMk/>
            <pc:sldMk cId="3493107320" sldId="322"/>
            <ac:picMk id="14" creationId="{9C42F4C7-6F7A-CFE2-E891-FA94CA1FBC96}"/>
          </ac:picMkLst>
        </pc:picChg>
      </pc:sldChg>
      <pc:sldChg chg="add del">
        <pc:chgData name="Alexander Garzón Díaz" userId="b403c006-f34f-4db7-b6f3-551134a244f6" providerId="ADAL" clId="{A93C33B0-41B7-4001-9155-1D80187CC010}" dt="2024-05-20T09:14:49.516" v="2582"/>
        <pc:sldMkLst>
          <pc:docMk/>
          <pc:sldMk cId="2886850374" sldId="323"/>
        </pc:sldMkLst>
      </pc:sldChg>
      <pc:sldChg chg="addSp delSp modSp new mod modTransition">
        <pc:chgData name="Alexander Garzón Díaz" userId="b403c006-f34f-4db7-b6f3-551134a244f6" providerId="ADAL" clId="{A93C33B0-41B7-4001-9155-1D80187CC010}" dt="2024-05-24T06:56:55.996" v="7054"/>
        <pc:sldMkLst>
          <pc:docMk/>
          <pc:sldMk cId="3696158236" sldId="323"/>
        </pc:sldMkLst>
        <pc:spChg chg="mod">
          <ac:chgData name="Alexander Garzón Díaz" userId="b403c006-f34f-4db7-b6f3-551134a244f6" providerId="ADAL" clId="{A93C33B0-41B7-4001-9155-1D80187CC010}" dt="2024-05-20T11:41:37.442" v="3950" actId="1076"/>
          <ac:spMkLst>
            <pc:docMk/>
            <pc:sldMk cId="3696158236" sldId="323"/>
            <ac:spMk id="2" creationId="{0BEF3D83-CCF4-49FE-008B-A1CAC7929087}"/>
          </ac:spMkLst>
        </pc:spChg>
        <pc:spChg chg="add del mod">
          <ac:chgData name="Alexander Garzón Díaz" userId="b403c006-f34f-4db7-b6f3-551134a244f6" providerId="ADAL" clId="{A93C33B0-41B7-4001-9155-1D80187CC010}" dt="2024-05-20T11:41:51.711" v="3966" actId="15"/>
          <ac:spMkLst>
            <pc:docMk/>
            <pc:sldMk cId="3696158236" sldId="323"/>
            <ac:spMk id="3" creationId="{25BD3C1F-E365-CF8C-0F55-FF9268F666F3}"/>
          </ac:spMkLst>
        </pc:spChg>
        <pc:spChg chg="add mod">
          <ac:chgData name="Alexander Garzón Díaz" userId="b403c006-f34f-4db7-b6f3-551134a244f6" providerId="ADAL" clId="{A93C33B0-41B7-4001-9155-1D80187CC010}" dt="2024-05-20T11:24:07.113" v="3329"/>
          <ac:spMkLst>
            <pc:docMk/>
            <pc:sldMk cId="3696158236" sldId="323"/>
            <ac:spMk id="4" creationId="{1B6FE638-5540-92FA-9E16-E94D7210A485}"/>
          </ac:spMkLst>
        </pc:spChg>
        <pc:spChg chg="add mod">
          <ac:chgData name="Alexander Garzón Díaz" userId="b403c006-f34f-4db7-b6f3-551134a244f6" providerId="ADAL" clId="{A93C33B0-41B7-4001-9155-1D80187CC010}" dt="2024-05-23T10:44:47.043" v="4845" actId="14100"/>
          <ac:spMkLst>
            <pc:docMk/>
            <pc:sldMk cId="3696158236" sldId="323"/>
            <ac:spMk id="4" creationId="{575D97F6-C82B-A8EA-D3FF-E0216713B103}"/>
          </ac:spMkLst>
        </pc:spChg>
        <pc:spChg chg="add mod">
          <ac:chgData name="Alexander Garzón Díaz" userId="b403c006-f34f-4db7-b6f3-551134a244f6" providerId="ADAL" clId="{A93C33B0-41B7-4001-9155-1D80187CC010}" dt="2024-05-23T12:10:36.184" v="4943" actId="20577"/>
          <ac:spMkLst>
            <pc:docMk/>
            <pc:sldMk cId="3696158236" sldId="323"/>
            <ac:spMk id="6" creationId="{FDF20C10-DED2-530A-8775-3CE76F3C647C}"/>
          </ac:spMkLst>
        </pc:spChg>
        <pc:picChg chg="add mod">
          <ac:chgData name="Alexander Garzón Díaz" userId="b403c006-f34f-4db7-b6f3-551134a244f6" providerId="ADAL" clId="{A93C33B0-41B7-4001-9155-1D80187CC010}" dt="2024-05-23T12:10:40.527" v="4944" actId="1076"/>
          <ac:picMkLst>
            <pc:docMk/>
            <pc:sldMk cId="3696158236" sldId="323"/>
            <ac:picMk id="5" creationId="{47C55540-9896-3835-C82A-2E7D1A4C67E2}"/>
          </ac:picMkLst>
        </pc:picChg>
      </pc:sldChg>
      <pc:sldChg chg="add del">
        <pc:chgData name="Alexander Garzón Díaz" userId="b403c006-f34f-4db7-b6f3-551134a244f6" providerId="ADAL" clId="{A93C33B0-41B7-4001-9155-1D80187CC010}" dt="2024-05-24T06:46:18.803" v="7021" actId="47"/>
        <pc:sldMkLst>
          <pc:docMk/>
          <pc:sldMk cId="794022718" sldId="324"/>
        </pc:sldMkLst>
      </pc:sldChg>
      <pc:sldChg chg="add del">
        <pc:chgData name="Alexander Garzón Díaz" userId="b403c006-f34f-4db7-b6f3-551134a244f6" providerId="ADAL" clId="{A93C33B0-41B7-4001-9155-1D80187CC010}" dt="2024-05-24T06:46:19.909" v="7022" actId="47"/>
        <pc:sldMkLst>
          <pc:docMk/>
          <pc:sldMk cId="2829050275" sldId="325"/>
        </pc:sldMkLst>
      </pc:sldChg>
      <pc:sldChg chg="modSp add del mod ord">
        <pc:chgData name="Alexander Garzón Díaz" userId="b403c006-f34f-4db7-b6f3-551134a244f6" providerId="ADAL" clId="{A93C33B0-41B7-4001-9155-1D80187CC010}" dt="2024-05-24T06:46:17.539" v="7020" actId="47"/>
        <pc:sldMkLst>
          <pc:docMk/>
          <pc:sldMk cId="2435648396" sldId="326"/>
        </pc:sldMkLst>
        <pc:spChg chg="mod">
          <ac:chgData name="Alexander Garzón Díaz" userId="b403c006-f34f-4db7-b6f3-551134a244f6" providerId="ADAL" clId="{A93C33B0-41B7-4001-9155-1D80187CC010}" dt="2024-05-20T09:20:32.889" v="2678" actId="20577"/>
          <ac:spMkLst>
            <pc:docMk/>
            <pc:sldMk cId="2435648396" sldId="326"/>
            <ac:spMk id="3168" creationId="{00000000-0000-0000-0000-000000000000}"/>
          </ac:spMkLst>
        </pc:spChg>
      </pc:sldChg>
      <pc:sldChg chg="addSp modSp add del mod">
        <pc:chgData name="Alexander Garzón Díaz" userId="b403c006-f34f-4db7-b6f3-551134a244f6" providerId="ADAL" clId="{A93C33B0-41B7-4001-9155-1D80187CC010}" dt="2024-05-20T11:23:23.944" v="3327" actId="47"/>
        <pc:sldMkLst>
          <pc:docMk/>
          <pc:sldMk cId="461274422" sldId="327"/>
        </pc:sldMkLst>
        <pc:spChg chg="mod">
          <ac:chgData name="Alexander Garzón Díaz" userId="b403c006-f34f-4db7-b6f3-551134a244f6" providerId="ADAL" clId="{A93C33B0-41B7-4001-9155-1D80187CC010}" dt="2024-05-20T11:23:16.350" v="3326" actId="20577"/>
          <ac:spMkLst>
            <pc:docMk/>
            <pc:sldMk cId="461274422" sldId="327"/>
            <ac:spMk id="3" creationId="{A4D8964B-96C0-9C03-27E0-45188582D761}"/>
          </ac:spMkLst>
        </pc:spChg>
        <pc:spChg chg="add">
          <ac:chgData name="Alexander Garzón Díaz" userId="b403c006-f34f-4db7-b6f3-551134a244f6" providerId="ADAL" clId="{A93C33B0-41B7-4001-9155-1D80187CC010}" dt="2024-05-20T11:23:11.809" v="3323"/>
          <ac:spMkLst>
            <pc:docMk/>
            <pc:sldMk cId="461274422" sldId="327"/>
            <ac:spMk id="6" creationId="{D113EFAC-5C69-FDE9-FE10-239D7DD09BE8}"/>
          </ac:spMkLst>
        </pc:spChg>
      </pc:sldChg>
      <pc:sldChg chg="addSp delSp modSp new mod modTransition modAnim">
        <pc:chgData name="Alexander Garzón Díaz" userId="b403c006-f34f-4db7-b6f3-551134a244f6" providerId="ADAL" clId="{A93C33B0-41B7-4001-9155-1D80187CC010}" dt="2024-05-24T06:54:08.375" v="7051"/>
        <pc:sldMkLst>
          <pc:docMk/>
          <pc:sldMk cId="2291174931" sldId="328"/>
        </pc:sldMkLst>
        <pc:spChg chg="mod">
          <ac:chgData name="Alexander Garzón Díaz" userId="b403c006-f34f-4db7-b6f3-551134a244f6" providerId="ADAL" clId="{A93C33B0-41B7-4001-9155-1D80187CC010}" dt="2024-05-20T10:01:31.643" v="2850" actId="20577"/>
          <ac:spMkLst>
            <pc:docMk/>
            <pc:sldMk cId="2291174931" sldId="328"/>
            <ac:spMk id="2" creationId="{01B126D8-3A28-2A7F-1FA0-C45921393E55}"/>
          </ac:spMkLst>
        </pc:spChg>
        <pc:spChg chg="del mod">
          <ac:chgData name="Alexander Garzón Díaz" userId="b403c006-f34f-4db7-b6f3-551134a244f6" providerId="ADAL" clId="{A93C33B0-41B7-4001-9155-1D80187CC010}" dt="2024-05-20T10:25:03.463" v="2852" actId="478"/>
          <ac:spMkLst>
            <pc:docMk/>
            <pc:sldMk cId="2291174931" sldId="328"/>
            <ac:spMk id="3" creationId="{1D8C6A02-721D-2DB4-CFA1-E094D365CE81}"/>
          </ac:spMkLst>
        </pc:spChg>
        <pc:spChg chg="add mod">
          <ac:chgData name="Alexander Garzón Díaz" userId="b403c006-f34f-4db7-b6f3-551134a244f6" providerId="ADAL" clId="{A93C33B0-41B7-4001-9155-1D80187CC010}" dt="2024-05-20T10:51:32.145" v="3216" actId="1037"/>
          <ac:spMkLst>
            <pc:docMk/>
            <pc:sldMk cId="2291174931" sldId="328"/>
            <ac:spMk id="3" creationId="{E2A73CF8-19BF-2623-A718-F1F09C2C43AE}"/>
          </ac:spMkLst>
        </pc:spChg>
        <pc:spChg chg="add mod">
          <ac:chgData name="Alexander Garzón Díaz" userId="b403c006-f34f-4db7-b6f3-551134a244f6" providerId="ADAL" clId="{A93C33B0-41B7-4001-9155-1D80187CC010}" dt="2024-05-20T10:51:32.145" v="3216" actId="1037"/>
          <ac:spMkLst>
            <pc:docMk/>
            <pc:sldMk cId="2291174931" sldId="328"/>
            <ac:spMk id="4" creationId="{3EF1145E-4B5E-C976-E199-8CDB72BC6B7F}"/>
          </ac:spMkLst>
        </pc:spChg>
        <pc:spChg chg="add del mod">
          <ac:chgData name="Alexander Garzón Díaz" userId="b403c006-f34f-4db7-b6f3-551134a244f6" providerId="ADAL" clId="{A93C33B0-41B7-4001-9155-1D80187CC010}" dt="2024-05-20T10:47:03.047" v="3110" actId="478"/>
          <ac:spMkLst>
            <pc:docMk/>
            <pc:sldMk cId="2291174931" sldId="328"/>
            <ac:spMk id="5" creationId="{FEDD3B12-4C74-205A-8C93-F5B09B98ABA1}"/>
          </ac:spMkLst>
        </pc:spChg>
        <pc:spChg chg="add mod">
          <ac:chgData name="Alexander Garzón Díaz" userId="b403c006-f34f-4db7-b6f3-551134a244f6" providerId="ADAL" clId="{A93C33B0-41B7-4001-9155-1D80187CC010}" dt="2024-05-20T10:51:32.145" v="3216" actId="1037"/>
          <ac:spMkLst>
            <pc:docMk/>
            <pc:sldMk cId="2291174931" sldId="328"/>
            <ac:spMk id="7" creationId="{7FC106F9-499F-D1CD-9952-D6E143AB784E}"/>
          </ac:spMkLst>
        </pc:spChg>
        <pc:spChg chg="add mod">
          <ac:chgData name="Alexander Garzón Díaz" userId="b403c006-f34f-4db7-b6f3-551134a244f6" providerId="ADAL" clId="{A93C33B0-41B7-4001-9155-1D80187CC010}" dt="2024-05-20T10:53:20.045" v="3239" actId="1076"/>
          <ac:spMkLst>
            <pc:docMk/>
            <pc:sldMk cId="2291174931" sldId="328"/>
            <ac:spMk id="8" creationId="{11C832B4-6969-A8F0-332E-3C3E8EF43988}"/>
          </ac:spMkLst>
        </pc:spChg>
        <pc:spChg chg="add mod">
          <ac:chgData name="Alexander Garzón Díaz" userId="b403c006-f34f-4db7-b6f3-551134a244f6" providerId="ADAL" clId="{A93C33B0-41B7-4001-9155-1D80187CC010}" dt="2024-05-20T10:53:20.045" v="3239" actId="1076"/>
          <ac:spMkLst>
            <pc:docMk/>
            <pc:sldMk cId="2291174931" sldId="328"/>
            <ac:spMk id="12" creationId="{FBC92204-DCCE-474B-8CD3-72A667A318D8}"/>
          </ac:spMkLst>
        </pc:spChg>
        <pc:spChg chg="add mod">
          <ac:chgData name="Alexander Garzón Díaz" userId="b403c006-f34f-4db7-b6f3-551134a244f6" providerId="ADAL" clId="{A93C33B0-41B7-4001-9155-1D80187CC010}" dt="2024-05-20T10:53:20.045" v="3239" actId="1076"/>
          <ac:spMkLst>
            <pc:docMk/>
            <pc:sldMk cId="2291174931" sldId="328"/>
            <ac:spMk id="13" creationId="{A7DFA5A9-FE89-82AF-288B-51F49E86B83A}"/>
          </ac:spMkLst>
        </pc:spChg>
        <pc:spChg chg="add mod">
          <ac:chgData name="Alexander Garzón Díaz" userId="b403c006-f34f-4db7-b6f3-551134a244f6" providerId="ADAL" clId="{A93C33B0-41B7-4001-9155-1D80187CC010}" dt="2024-05-20T10:59:20.487" v="3241" actId="1076"/>
          <ac:spMkLst>
            <pc:docMk/>
            <pc:sldMk cId="2291174931" sldId="328"/>
            <ac:spMk id="14" creationId="{FE3B1DE3-1163-9B20-C9A6-F672E36FA318}"/>
          </ac:spMkLst>
        </pc:spChg>
        <pc:spChg chg="add mod">
          <ac:chgData name="Alexander Garzón Díaz" userId="b403c006-f34f-4db7-b6f3-551134a244f6" providerId="ADAL" clId="{A93C33B0-41B7-4001-9155-1D80187CC010}" dt="2024-05-20T10:59:23.509" v="3242" actId="1076"/>
          <ac:spMkLst>
            <pc:docMk/>
            <pc:sldMk cId="2291174931" sldId="328"/>
            <ac:spMk id="15" creationId="{DD1AF2CC-57AF-06A4-03D6-3309CEEE3577}"/>
          </ac:spMkLst>
        </pc:spChg>
        <pc:spChg chg="add mod">
          <ac:chgData name="Alexander Garzón Díaz" userId="b403c006-f34f-4db7-b6f3-551134a244f6" providerId="ADAL" clId="{A93C33B0-41B7-4001-9155-1D80187CC010}" dt="2024-05-20T10:51:32.145" v="3216" actId="1037"/>
          <ac:spMkLst>
            <pc:docMk/>
            <pc:sldMk cId="2291174931" sldId="328"/>
            <ac:spMk id="16" creationId="{D6B4A502-6DAB-8E97-431A-51374C32A389}"/>
          </ac:spMkLst>
        </pc:spChg>
        <pc:spChg chg="add mod">
          <ac:chgData name="Alexander Garzón Díaz" userId="b403c006-f34f-4db7-b6f3-551134a244f6" providerId="ADAL" clId="{A93C33B0-41B7-4001-9155-1D80187CC010}" dt="2024-05-20T10:52:45.593" v="3229" actId="20577"/>
          <ac:spMkLst>
            <pc:docMk/>
            <pc:sldMk cId="2291174931" sldId="328"/>
            <ac:spMk id="21" creationId="{91A6A37E-8C5D-B1D3-8184-779B9291A31B}"/>
          </ac:spMkLst>
        </pc:spChg>
        <pc:spChg chg="add mod">
          <ac:chgData name="Alexander Garzón Díaz" userId="b403c006-f34f-4db7-b6f3-551134a244f6" providerId="ADAL" clId="{A93C33B0-41B7-4001-9155-1D80187CC010}" dt="2024-05-20T10:51:32.145" v="3216" actId="1037"/>
          <ac:spMkLst>
            <pc:docMk/>
            <pc:sldMk cId="2291174931" sldId="328"/>
            <ac:spMk id="22" creationId="{DA538174-461B-0976-7701-307E6BC27E58}"/>
          </ac:spMkLst>
        </pc:spChg>
        <pc:spChg chg="add mod">
          <ac:chgData name="Alexander Garzón Díaz" userId="b403c006-f34f-4db7-b6f3-551134a244f6" providerId="ADAL" clId="{A93C33B0-41B7-4001-9155-1D80187CC010}" dt="2024-05-20T10:52:58.641" v="3238" actId="20577"/>
          <ac:spMkLst>
            <pc:docMk/>
            <pc:sldMk cId="2291174931" sldId="328"/>
            <ac:spMk id="24" creationId="{363A2F44-1E8B-CEB1-76E1-97E342B845C4}"/>
          </ac:spMkLst>
        </pc:spChg>
        <pc:spChg chg="add mod">
          <ac:chgData name="Alexander Garzón Díaz" userId="b403c006-f34f-4db7-b6f3-551134a244f6" providerId="ADAL" clId="{A93C33B0-41B7-4001-9155-1D80187CC010}" dt="2024-05-20T11:09:02.830" v="3289" actId="14100"/>
          <ac:spMkLst>
            <pc:docMk/>
            <pc:sldMk cId="2291174931" sldId="328"/>
            <ac:spMk id="28" creationId="{1A310BEF-C765-BD5C-D582-5C76F09C5239}"/>
          </ac:spMkLst>
        </pc:spChg>
        <pc:picChg chg="add mod">
          <ac:chgData name="Alexander Garzón Díaz" userId="b403c006-f34f-4db7-b6f3-551134a244f6" providerId="ADAL" clId="{A93C33B0-41B7-4001-9155-1D80187CC010}" dt="2024-05-20T10:51:32.145" v="3216" actId="1037"/>
          <ac:picMkLst>
            <pc:docMk/>
            <pc:sldMk cId="2291174931" sldId="328"/>
            <ac:picMk id="6" creationId="{2ED9E2AF-6643-8F22-94A0-77E9AF4870D5}"/>
          </ac:picMkLst>
        </pc:picChg>
        <pc:picChg chg="add mod ord modCrop">
          <ac:chgData name="Alexander Garzón Díaz" userId="b403c006-f34f-4db7-b6f3-551134a244f6" providerId="ADAL" clId="{A93C33B0-41B7-4001-9155-1D80187CC010}" dt="2024-05-20T11:03:32.207" v="3273" actId="1076"/>
          <ac:picMkLst>
            <pc:docMk/>
            <pc:sldMk cId="2291174931" sldId="328"/>
            <ac:picMk id="9" creationId="{B2789997-756A-E4F6-88D7-DB29C3A83374}"/>
          </ac:picMkLst>
        </pc:picChg>
        <pc:picChg chg="add mod ord modCrop">
          <ac:chgData name="Alexander Garzón Díaz" userId="b403c006-f34f-4db7-b6f3-551134a244f6" providerId="ADAL" clId="{A93C33B0-41B7-4001-9155-1D80187CC010}" dt="2024-05-20T11:00:44.303" v="3256" actId="1035"/>
          <ac:picMkLst>
            <pc:docMk/>
            <pc:sldMk cId="2291174931" sldId="328"/>
            <ac:picMk id="10" creationId="{4EFFACE1-6B35-82A1-FC8B-EB0853DA44FA}"/>
          </ac:picMkLst>
        </pc:picChg>
        <pc:picChg chg="add mod modCrop">
          <ac:chgData name="Alexander Garzón Díaz" userId="b403c006-f34f-4db7-b6f3-551134a244f6" providerId="ADAL" clId="{A93C33B0-41B7-4001-9155-1D80187CC010}" dt="2024-05-20T10:39:36.664" v="2977" actId="1076"/>
          <ac:picMkLst>
            <pc:docMk/>
            <pc:sldMk cId="2291174931" sldId="328"/>
            <ac:picMk id="11" creationId="{54822A50-CC1A-2CBA-1CC0-398C386BA229}"/>
          </ac:picMkLst>
        </pc:picChg>
        <pc:cxnChg chg="add mod">
          <ac:chgData name="Alexander Garzón Díaz" userId="b403c006-f34f-4db7-b6f3-551134a244f6" providerId="ADAL" clId="{A93C33B0-41B7-4001-9155-1D80187CC010}" dt="2024-05-20T10:51:32.145" v="3216" actId="1037"/>
          <ac:cxnSpMkLst>
            <pc:docMk/>
            <pc:sldMk cId="2291174931" sldId="328"/>
            <ac:cxnSpMk id="18" creationId="{4FCF46CC-3C32-6C63-3EF8-2C1BF906C25F}"/>
          </ac:cxnSpMkLst>
        </pc:cxnChg>
        <pc:cxnChg chg="add mod">
          <ac:chgData name="Alexander Garzón Díaz" userId="b403c006-f34f-4db7-b6f3-551134a244f6" providerId="ADAL" clId="{A93C33B0-41B7-4001-9155-1D80187CC010}" dt="2024-05-20T10:51:32.145" v="3216" actId="1037"/>
          <ac:cxnSpMkLst>
            <pc:docMk/>
            <pc:sldMk cId="2291174931" sldId="328"/>
            <ac:cxnSpMk id="23" creationId="{477C05F5-568E-06E3-F46B-E9A12BD12FDD}"/>
          </ac:cxnSpMkLst>
        </pc:cxnChg>
      </pc:sldChg>
      <pc:sldChg chg="addSp delSp modSp new mod modClrScheme modShow chgLayout">
        <pc:chgData name="Alexander Garzón Díaz" userId="b403c006-f34f-4db7-b6f3-551134a244f6" providerId="ADAL" clId="{A93C33B0-41B7-4001-9155-1D80187CC010}" dt="2024-05-20T11:43:51.695" v="4061" actId="729"/>
        <pc:sldMkLst>
          <pc:docMk/>
          <pc:sldMk cId="970155547" sldId="329"/>
        </pc:sldMkLst>
        <pc:spChg chg="del">
          <ac:chgData name="Alexander Garzón Díaz" userId="b403c006-f34f-4db7-b6f3-551134a244f6" providerId="ADAL" clId="{A93C33B0-41B7-4001-9155-1D80187CC010}" dt="2024-05-20T11:27:59.487" v="3430" actId="700"/>
          <ac:spMkLst>
            <pc:docMk/>
            <pc:sldMk cId="970155547" sldId="329"/>
            <ac:spMk id="2" creationId="{3D0CF76B-7A8E-946C-76A0-1A47D8E3666B}"/>
          </ac:spMkLst>
        </pc:spChg>
        <pc:spChg chg="add del mod ord">
          <ac:chgData name="Alexander Garzón Díaz" userId="b403c006-f34f-4db7-b6f3-551134a244f6" providerId="ADAL" clId="{A93C33B0-41B7-4001-9155-1D80187CC010}" dt="2024-05-20T11:28:04.369" v="3431" actId="700"/>
          <ac:spMkLst>
            <pc:docMk/>
            <pc:sldMk cId="970155547" sldId="329"/>
            <ac:spMk id="3" creationId="{4579E7EF-3692-6402-C5B6-87BEEA0384C3}"/>
          </ac:spMkLst>
        </pc:spChg>
        <pc:spChg chg="add del mod ord">
          <ac:chgData name="Alexander Garzón Díaz" userId="b403c006-f34f-4db7-b6f3-551134a244f6" providerId="ADAL" clId="{A93C33B0-41B7-4001-9155-1D80187CC010}" dt="2024-05-20T11:28:08.283" v="3432" actId="700"/>
          <ac:spMkLst>
            <pc:docMk/>
            <pc:sldMk cId="970155547" sldId="329"/>
            <ac:spMk id="4" creationId="{03980BC8-78FE-0548-10C2-A8A3AC6A7DC3}"/>
          </ac:spMkLst>
        </pc:spChg>
        <pc:spChg chg="add mod ord">
          <ac:chgData name="Alexander Garzón Díaz" userId="b403c006-f34f-4db7-b6f3-551134a244f6" providerId="ADAL" clId="{A93C33B0-41B7-4001-9155-1D80187CC010}" dt="2024-05-20T11:30:24.616" v="3472" actId="20577"/>
          <ac:spMkLst>
            <pc:docMk/>
            <pc:sldMk cId="970155547" sldId="329"/>
            <ac:spMk id="5" creationId="{43F4332B-D381-9540-2B04-67306E923104}"/>
          </ac:spMkLst>
        </pc:spChg>
        <pc:spChg chg="add del mod ord">
          <ac:chgData name="Alexander Garzón Díaz" userId="b403c006-f34f-4db7-b6f3-551134a244f6" providerId="ADAL" clId="{A93C33B0-41B7-4001-9155-1D80187CC010}" dt="2024-05-20T11:30:58.127" v="3479" actId="6549"/>
          <ac:spMkLst>
            <pc:docMk/>
            <pc:sldMk cId="970155547" sldId="329"/>
            <ac:spMk id="6" creationId="{E35A6672-4393-F440-0E4C-5BBDB02B9E08}"/>
          </ac:spMkLst>
        </pc:spChg>
        <pc:spChg chg="add mod">
          <ac:chgData name="Alexander Garzón Díaz" userId="b403c006-f34f-4db7-b6f3-551134a244f6" providerId="ADAL" clId="{A93C33B0-41B7-4001-9155-1D80187CC010}" dt="2024-05-20T11:28:11.325" v="3434"/>
          <ac:spMkLst>
            <pc:docMk/>
            <pc:sldMk cId="970155547" sldId="329"/>
            <ac:spMk id="7" creationId="{184354A8-9CA6-C13D-C497-C8519AFAB3C8}"/>
          </ac:spMkLst>
        </pc:spChg>
        <pc:spChg chg="add">
          <ac:chgData name="Alexander Garzón Díaz" userId="b403c006-f34f-4db7-b6f3-551134a244f6" providerId="ADAL" clId="{A93C33B0-41B7-4001-9155-1D80187CC010}" dt="2024-05-20T11:29:50.327" v="3442"/>
          <ac:spMkLst>
            <pc:docMk/>
            <pc:sldMk cId="970155547" sldId="329"/>
            <ac:spMk id="8" creationId="{3748D7F5-776C-E578-2F27-12462F041E59}"/>
          </ac:spMkLst>
        </pc:spChg>
      </pc:sldChg>
      <pc:sldChg chg="addSp delSp modSp new mod modShow">
        <pc:chgData name="Alexander Garzón Díaz" userId="b403c006-f34f-4db7-b6f3-551134a244f6" providerId="ADAL" clId="{A93C33B0-41B7-4001-9155-1D80187CC010}" dt="2024-05-20T11:43:51.695" v="4061" actId="729"/>
        <pc:sldMkLst>
          <pc:docMk/>
          <pc:sldMk cId="776742424" sldId="330"/>
        </pc:sldMkLst>
        <pc:spChg chg="mod">
          <ac:chgData name="Alexander Garzón Díaz" userId="b403c006-f34f-4db7-b6f3-551134a244f6" providerId="ADAL" clId="{A93C33B0-41B7-4001-9155-1D80187CC010}" dt="2024-05-20T11:31:21.146" v="3507" actId="20577"/>
          <ac:spMkLst>
            <pc:docMk/>
            <pc:sldMk cId="776742424" sldId="330"/>
            <ac:spMk id="2" creationId="{D4DB1FE4-F969-E74C-15A7-795175F5BB90}"/>
          </ac:spMkLst>
        </pc:spChg>
        <pc:spChg chg="add del mod">
          <ac:chgData name="Alexander Garzón Díaz" userId="b403c006-f34f-4db7-b6f3-551134a244f6" providerId="ADAL" clId="{A93C33B0-41B7-4001-9155-1D80187CC010}" dt="2024-05-20T11:32:59.629" v="3518"/>
          <ac:spMkLst>
            <pc:docMk/>
            <pc:sldMk cId="776742424" sldId="330"/>
            <ac:spMk id="3" creationId="{E7AF5C4D-3CB0-5D8C-F6FC-C4522014C23E}"/>
          </ac:spMkLst>
        </pc:spChg>
        <pc:spChg chg="add mod">
          <ac:chgData name="Alexander Garzón Díaz" userId="b403c006-f34f-4db7-b6f3-551134a244f6" providerId="ADAL" clId="{A93C33B0-41B7-4001-9155-1D80187CC010}" dt="2024-05-20T11:31:52.766" v="3509"/>
          <ac:spMkLst>
            <pc:docMk/>
            <pc:sldMk cId="776742424" sldId="330"/>
            <ac:spMk id="4" creationId="{1319B562-5397-AAA9-0E8C-E96E28B5AF45}"/>
          </ac:spMkLst>
        </pc:spChg>
        <pc:spChg chg="add">
          <ac:chgData name="Alexander Garzón Díaz" userId="b403c006-f34f-4db7-b6f3-551134a244f6" providerId="ADAL" clId="{A93C33B0-41B7-4001-9155-1D80187CC010}" dt="2024-05-20T11:32:56.198" v="3516"/>
          <ac:spMkLst>
            <pc:docMk/>
            <pc:sldMk cId="776742424" sldId="330"/>
            <ac:spMk id="5" creationId="{97C5DF00-EFA7-01E0-B49F-507A27B43AA9}"/>
          </ac:spMkLst>
        </pc:spChg>
      </pc:sldChg>
      <pc:sldChg chg="modSp new del mod">
        <pc:chgData name="Alexander Garzón Díaz" userId="b403c006-f34f-4db7-b6f3-551134a244f6" providerId="ADAL" clId="{A93C33B0-41B7-4001-9155-1D80187CC010}" dt="2024-05-20T11:39:11.271" v="3921" actId="47"/>
        <pc:sldMkLst>
          <pc:docMk/>
          <pc:sldMk cId="2030631459" sldId="331"/>
        </pc:sldMkLst>
        <pc:spChg chg="mod">
          <ac:chgData name="Alexander Garzón Díaz" userId="b403c006-f34f-4db7-b6f3-551134a244f6" providerId="ADAL" clId="{A93C33B0-41B7-4001-9155-1D80187CC010}" dt="2024-05-20T11:34:38.369" v="3523"/>
          <ac:spMkLst>
            <pc:docMk/>
            <pc:sldMk cId="2030631459" sldId="331"/>
            <ac:spMk id="2" creationId="{394457A7-B4CB-A1CC-563A-F85E529A3B6E}"/>
          </ac:spMkLst>
        </pc:spChg>
      </pc:sldChg>
      <pc:sldChg chg="addSp delSp modSp add mod modTransition delAnim modAnim">
        <pc:chgData name="Alexander Garzón Díaz" userId="b403c006-f34f-4db7-b6f3-551134a244f6" providerId="ADAL" clId="{A93C33B0-41B7-4001-9155-1D80187CC010}" dt="2024-05-24T06:56:43.452" v="7052"/>
        <pc:sldMkLst>
          <pc:docMk/>
          <pc:sldMk cId="3009079409" sldId="332"/>
        </pc:sldMkLst>
        <pc:spChg chg="mod">
          <ac:chgData name="Alexander Garzón Díaz" userId="b403c006-f34f-4db7-b6f3-551134a244f6" providerId="ADAL" clId="{A93C33B0-41B7-4001-9155-1D80187CC010}" dt="2024-05-20T11:39:09.285" v="3920"/>
          <ac:spMkLst>
            <pc:docMk/>
            <pc:sldMk cId="3009079409" sldId="332"/>
            <ac:spMk id="2" creationId="{CAC5B8D1-7092-4FA0-5F52-0B1F5AC541BD}"/>
          </ac:spMkLst>
        </pc:spChg>
        <pc:spChg chg="add mod">
          <ac:chgData name="Alexander Garzón Díaz" userId="b403c006-f34f-4db7-b6f3-551134a244f6" providerId="ADAL" clId="{A93C33B0-41B7-4001-9155-1D80187CC010}" dt="2024-05-20T11:40:10.128" v="3942" actId="1076"/>
          <ac:spMkLst>
            <pc:docMk/>
            <pc:sldMk cId="3009079409" sldId="332"/>
            <ac:spMk id="4" creationId="{1A41F4D5-E4B2-8AB0-11D7-6D8BF4A43E87}"/>
          </ac:spMkLst>
        </pc:spChg>
        <pc:spChg chg="del">
          <ac:chgData name="Alexander Garzón Díaz" userId="b403c006-f34f-4db7-b6f3-551134a244f6" providerId="ADAL" clId="{A93C33B0-41B7-4001-9155-1D80187CC010}" dt="2024-05-20T11:39:15.995" v="3922" actId="478"/>
          <ac:spMkLst>
            <pc:docMk/>
            <pc:sldMk cId="3009079409" sldId="332"/>
            <ac:spMk id="10" creationId="{866C448F-0053-3A9B-9585-4AF6AAE5DB7E}"/>
          </ac:spMkLst>
        </pc:spChg>
      </pc:sldChg>
      <pc:sldChg chg="modSp add mod ord">
        <pc:chgData name="Alexander Garzón Díaz" userId="b403c006-f34f-4db7-b6f3-551134a244f6" providerId="ADAL" clId="{A93C33B0-41B7-4001-9155-1D80187CC010}" dt="2024-05-30T12:08:03.999" v="7145"/>
        <pc:sldMkLst>
          <pc:docMk/>
          <pc:sldMk cId="3278741393" sldId="333"/>
        </pc:sldMkLst>
        <pc:spChg chg="mod">
          <ac:chgData name="Alexander Garzón Díaz" userId="b403c006-f34f-4db7-b6f3-551134a244f6" providerId="ADAL" clId="{A93C33B0-41B7-4001-9155-1D80187CC010}" dt="2024-05-20T11:48:57.997" v="4073" actId="20577"/>
          <ac:spMkLst>
            <pc:docMk/>
            <pc:sldMk cId="3278741393" sldId="333"/>
            <ac:spMk id="3168" creationId="{00000000-0000-0000-0000-000000000000}"/>
          </ac:spMkLst>
        </pc:spChg>
      </pc:sldChg>
      <pc:sldChg chg="addSp delSp modSp new mod modTransition modAnim">
        <pc:chgData name="Alexander Garzón Díaz" userId="b403c006-f34f-4db7-b6f3-551134a244f6" providerId="ADAL" clId="{A93C33B0-41B7-4001-9155-1D80187CC010}" dt="2024-05-24T06:56:49.527" v="7053"/>
        <pc:sldMkLst>
          <pc:docMk/>
          <pc:sldMk cId="2512230857" sldId="334"/>
        </pc:sldMkLst>
        <pc:spChg chg="mod">
          <ac:chgData name="Alexander Garzón Díaz" userId="b403c006-f34f-4db7-b6f3-551134a244f6" providerId="ADAL" clId="{A93C33B0-41B7-4001-9155-1D80187CC010}" dt="2024-05-23T09:53:03.865" v="4792" actId="1076"/>
          <ac:spMkLst>
            <pc:docMk/>
            <pc:sldMk cId="2512230857" sldId="334"/>
            <ac:spMk id="2" creationId="{8DBBA419-B116-BE5E-3AED-A9F32893AD4B}"/>
          </ac:spMkLst>
        </pc:spChg>
        <pc:spChg chg="mod">
          <ac:chgData name="Alexander Garzón Díaz" userId="b403c006-f34f-4db7-b6f3-551134a244f6" providerId="ADAL" clId="{A93C33B0-41B7-4001-9155-1D80187CC010}" dt="2024-05-23T10:48:46.154" v="4896" actId="1076"/>
          <ac:spMkLst>
            <pc:docMk/>
            <pc:sldMk cId="2512230857" sldId="334"/>
            <ac:spMk id="3" creationId="{C43CF3F9-FB21-B2E2-0D5C-9B81221D8174}"/>
          </ac:spMkLst>
        </pc:spChg>
        <pc:spChg chg="add mod">
          <ac:chgData name="Alexander Garzón Díaz" userId="b403c006-f34f-4db7-b6f3-551134a244f6" providerId="ADAL" clId="{A93C33B0-41B7-4001-9155-1D80187CC010}" dt="2024-05-23T09:53:13.889" v="4821" actId="1035"/>
          <ac:spMkLst>
            <pc:docMk/>
            <pc:sldMk cId="2512230857" sldId="334"/>
            <ac:spMk id="4" creationId="{A23264E1-784C-AD5A-EAF5-AB4EC5B875B3}"/>
          </ac:spMkLst>
        </pc:spChg>
        <pc:spChg chg="add mod">
          <ac:chgData name="Alexander Garzón Díaz" userId="b403c006-f34f-4db7-b6f3-551134a244f6" providerId="ADAL" clId="{A93C33B0-41B7-4001-9155-1D80187CC010}" dt="2024-05-23T09:53:13.889" v="4821" actId="1035"/>
          <ac:spMkLst>
            <pc:docMk/>
            <pc:sldMk cId="2512230857" sldId="334"/>
            <ac:spMk id="5" creationId="{8E3BE845-B448-A5D4-37BF-971D6F3C5DA1}"/>
          </ac:spMkLst>
        </pc:spChg>
        <pc:spChg chg="add del">
          <ac:chgData name="Alexander Garzón Díaz" userId="b403c006-f34f-4db7-b6f3-551134a244f6" providerId="ADAL" clId="{A93C33B0-41B7-4001-9155-1D80187CC010}" dt="2024-05-20T11:54:11.495" v="4392" actId="22"/>
          <ac:spMkLst>
            <pc:docMk/>
            <pc:sldMk cId="2512230857" sldId="334"/>
            <ac:spMk id="5" creationId="{BA1E383D-668B-25F6-2316-127A504C0265}"/>
          </ac:spMkLst>
        </pc:spChg>
        <pc:spChg chg="add mod">
          <ac:chgData name="Alexander Garzón Díaz" userId="b403c006-f34f-4db7-b6f3-551134a244f6" providerId="ADAL" clId="{A93C33B0-41B7-4001-9155-1D80187CC010}" dt="2024-05-23T09:53:13.889" v="4821" actId="1035"/>
          <ac:spMkLst>
            <pc:docMk/>
            <pc:sldMk cId="2512230857" sldId="334"/>
            <ac:spMk id="6" creationId="{398DE623-D15E-7AB1-AC88-66D7F6DD5755}"/>
          </ac:spMkLst>
        </pc:spChg>
        <pc:spChg chg="add mod">
          <ac:chgData name="Alexander Garzón Díaz" userId="b403c006-f34f-4db7-b6f3-551134a244f6" providerId="ADAL" clId="{A93C33B0-41B7-4001-9155-1D80187CC010}" dt="2024-05-23T09:53:13.889" v="4821" actId="1035"/>
          <ac:spMkLst>
            <pc:docMk/>
            <pc:sldMk cId="2512230857" sldId="334"/>
            <ac:spMk id="7" creationId="{D9A5F40E-2DFF-0149-604F-9D7FC9F34F92}"/>
          </ac:spMkLst>
        </pc:spChg>
        <pc:spChg chg="add mod">
          <ac:chgData name="Alexander Garzón Díaz" userId="b403c006-f34f-4db7-b6f3-551134a244f6" providerId="ADAL" clId="{A93C33B0-41B7-4001-9155-1D80187CC010}" dt="2024-05-23T09:53:32.985" v="4826" actId="1076"/>
          <ac:spMkLst>
            <pc:docMk/>
            <pc:sldMk cId="2512230857" sldId="334"/>
            <ac:spMk id="8" creationId="{8E8C92CE-D234-6D10-1645-47857C1D855B}"/>
          </ac:spMkLst>
        </pc:spChg>
      </pc:sldChg>
      <pc:sldChg chg="addSp delSp modSp new mod ord modClrScheme modShow chgLayout">
        <pc:chgData name="Alexander Garzón Díaz" userId="b403c006-f34f-4db7-b6f3-551134a244f6" providerId="ADAL" clId="{A93C33B0-41B7-4001-9155-1D80187CC010}" dt="2024-05-24T06:48:15.165" v="7043"/>
        <pc:sldMkLst>
          <pc:docMk/>
          <pc:sldMk cId="3265118886" sldId="335"/>
        </pc:sldMkLst>
        <pc:spChg chg="del mod ord">
          <ac:chgData name="Alexander Garzón Díaz" userId="b403c006-f34f-4db7-b6f3-551134a244f6" providerId="ADAL" clId="{A93C33B0-41B7-4001-9155-1D80187CC010}" dt="2024-05-20T11:55:43.638" v="4463" actId="700"/>
          <ac:spMkLst>
            <pc:docMk/>
            <pc:sldMk cId="3265118886" sldId="335"/>
            <ac:spMk id="2" creationId="{68C98057-8B80-1CE5-6748-8E02DCE70788}"/>
          </ac:spMkLst>
        </pc:spChg>
        <pc:spChg chg="add mod ord">
          <ac:chgData name="Alexander Garzón Díaz" userId="b403c006-f34f-4db7-b6f3-551134a244f6" providerId="ADAL" clId="{A93C33B0-41B7-4001-9155-1D80187CC010}" dt="2024-05-20T11:55:59.358" v="4480" actId="20577"/>
          <ac:spMkLst>
            <pc:docMk/>
            <pc:sldMk cId="3265118886" sldId="335"/>
            <ac:spMk id="3" creationId="{4F817425-C8B5-F58E-958E-7EDD359595B8}"/>
          </ac:spMkLst>
        </pc:spChg>
        <pc:spChg chg="add mod ord">
          <ac:chgData name="Alexander Garzón Díaz" userId="b403c006-f34f-4db7-b6f3-551134a244f6" providerId="ADAL" clId="{A93C33B0-41B7-4001-9155-1D80187CC010}" dt="2024-05-20T11:56:15.238" v="4481"/>
          <ac:spMkLst>
            <pc:docMk/>
            <pc:sldMk cId="3265118886" sldId="335"/>
            <ac:spMk id="4" creationId="{D93FA29C-D281-B13C-0038-AA06A2BC7A33}"/>
          </ac:spMkLst>
        </pc:spChg>
      </pc:sldChg>
      <pc:sldChg chg="modSp new mod ord modShow">
        <pc:chgData name="Alexander Garzón Díaz" userId="b403c006-f34f-4db7-b6f3-551134a244f6" providerId="ADAL" clId="{A93C33B0-41B7-4001-9155-1D80187CC010}" dt="2024-05-24T06:48:15.165" v="7043"/>
        <pc:sldMkLst>
          <pc:docMk/>
          <pc:sldMk cId="3240193855" sldId="336"/>
        </pc:sldMkLst>
        <pc:spChg chg="mod">
          <ac:chgData name="Alexander Garzón Díaz" userId="b403c006-f34f-4db7-b6f3-551134a244f6" providerId="ADAL" clId="{A93C33B0-41B7-4001-9155-1D80187CC010}" dt="2024-05-20T11:57:10.680" v="4501" actId="20577"/>
          <ac:spMkLst>
            <pc:docMk/>
            <pc:sldMk cId="3240193855" sldId="336"/>
            <ac:spMk id="2" creationId="{576CDBE2-25B6-89C1-3A77-BBE02F66640C}"/>
          </ac:spMkLst>
        </pc:spChg>
        <pc:spChg chg="mod">
          <ac:chgData name="Alexander Garzón Díaz" userId="b403c006-f34f-4db7-b6f3-551134a244f6" providerId="ADAL" clId="{A93C33B0-41B7-4001-9155-1D80187CC010}" dt="2024-05-20T11:57:20.831" v="4502"/>
          <ac:spMkLst>
            <pc:docMk/>
            <pc:sldMk cId="3240193855" sldId="336"/>
            <ac:spMk id="3" creationId="{F1619472-387B-14BF-8D48-1E3183A19CE3}"/>
          </ac:spMkLst>
        </pc:spChg>
      </pc:sldChg>
      <pc:sldChg chg="modSp new mod ord modShow">
        <pc:chgData name="Alexander Garzón Díaz" userId="b403c006-f34f-4db7-b6f3-551134a244f6" providerId="ADAL" clId="{A93C33B0-41B7-4001-9155-1D80187CC010}" dt="2024-05-24T06:48:15.165" v="7043"/>
        <pc:sldMkLst>
          <pc:docMk/>
          <pc:sldMk cId="541732452" sldId="337"/>
        </pc:sldMkLst>
        <pc:spChg chg="mod">
          <ac:chgData name="Alexander Garzón Díaz" userId="b403c006-f34f-4db7-b6f3-551134a244f6" providerId="ADAL" clId="{A93C33B0-41B7-4001-9155-1D80187CC010}" dt="2024-05-20T11:57:40.680" v="4507"/>
          <ac:spMkLst>
            <pc:docMk/>
            <pc:sldMk cId="541732452" sldId="337"/>
            <ac:spMk id="2" creationId="{F34D38AD-310C-E1B7-402D-4169341CAE33}"/>
          </ac:spMkLst>
        </pc:spChg>
        <pc:spChg chg="mod">
          <ac:chgData name="Alexander Garzón Díaz" userId="b403c006-f34f-4db7-b6f3-551134a244f6" providerId="ADAL" clId="{A93C33B0-41B7-4001-9155-1D80187CC010}" dt="2024-05-20T11:57:44.778" v="4508"/>
          <ac:spMkLst>
            <pc:docMk/>
            <pc:sldMk cId="541732452" sldId="337"/>
            <ac:spMk id="3" creationId="{3B526352-1942-0F9B-00F7-93635FF131CE}"/>
          </ac:spMkLst>
        </pc:spChg>
      </pc:sldChg>
      <pc:sldChg chg="delSp modSp add mod ord modTransition">
        <pc:chgData name="Alexander Garzón Díaz" userId="b403c006-f34f-4db7-b6f3-551134a244f6" providerId="ADAL" clId="{A93C33B0-41B7-4001-9155-1D80187CC010}" dt="2024-05-23T19:03:08.741" v="6334" actId="313"/>
        <pc:sldMkLst>
          <pc:docMk/>
          <pc:sldMk cId="807206859" sldId="338"/>
        </pc:sldMkLst>
        <pc:spChg chg="mod">
          <ac:chgData name="Alexander Garzón Díaz" userId="b403c006-f34f-4db7-b6f3-551134a244f6" providerId="ADAL" clId="{A93C33B0-41B7-4001-9155-1D80187CC010}" dt="2024-05-23T19:02:56.843" v="6327" actId="1076"/>
          <ac:spMkLst>
            <pc:docMk/>
            <pc:sldMk cId="807206859" sldId="338"/>
            <ac:spMk id="2" creationId="{8DBBA419-B116-BE5E-3AED-A9F32893AD4B}"/>
          </ac:spMkLst>
        </pc:spChg>
        <pc:spChg chg="mod">
          <ac:chgData name="Alexander Garzón Díaz" userId="b403c006-f34f-4db7-b6f3-551134a244f6" providerId="ADAL" clId="{A93C33B0-41B7-4001-9155-1D80187CC010}" dt="2024-05-23T19:03:08.741" v="6334" actId="313"/>
          <ac:spMkLst>
            <pc:docMk/>
            <pc:sldMk cId="807206859" sldId="338"/>
            <ac:spMk id="3" creationId="{C43CF3F9-FB21-B2E2-0D5C-9B81221D8174}"/>
          </ac:spMkLst>
        </pc:spChg>
        <pc:spChg chg="del">
          <ac:chgData name="Alexander Garzón Díaz" userId="b403c006-f34f-4db7-b6f3-551134a244f6" providerId="ADAL" clId="{A93C33B0-41B7-4001-9155-1D80187CC010}" dt="2024-05-23T13:16:16.562" v="5643" actId="478"/>
          <ac:spMkLst>
            <pc:docMk/>
            <pc:sldMk cId="807206859" sldId="338"/>
            <ac:spMk id="4" creationId="{A23264E1-784C-AD5A-EAF5-AB4EC5B875B3}"/>
          </ac:spMkLst>
        </pc:spChg>
        <pc:spChg chg="del">
          <ac:chgData name="Alexander Garzón Díaz" userId="b403c006-f34f-4db7-b6f3-551134a244f6" providerId="ADAL" clId="{A93C33B0-41B7-4001-9155-1D80187CC010}" dt="2024-05-23T13:16:20.764" v="5644" actId="478"/>
          <ac:spMkLst>
            <pc:docMk/>
            <pc:sldMk cId="807206859" sldId="338"/>
            <ac:spMk id="5" creationId="{8E3BE845-B448-A5D4-37BF-971D6F3C5DA1}"/>
          </ac:spMkLst>
        </pc:spChg>
        <pc:spChg chg="del mod">
          <ac:chgData name="Alexander Garzón Díaz" userId="b403c006-f34f-4db7-b6f3-551134a244f6" providerId="ADAL" clId="{A93C33B0-41B7-4001-9155-1D80187CC010}" dt="2024-05-23T13:16:20.764" v="5644" actId="478"/>
          <ac:spMkLst>
            <pc:docMk/>
            <pc:sldMk cId="807206859" sldId="338"/>
            <ac:spMk id="6" creationId="{398DE623-D15E-7AB1-AC88-66D7F6DD5755}"/>
          </ac:spMkLst>
        </pc:spChg>
        <pc:spChg chg="del">
          <ac:chgData name="Alexander Garzón Díaz" userId="b403c006-f34f-4db7-b6f3-551134a244f6" providerId="ADAL" clId="{A93C33B0-41B7-4001-9155-1D80187CC010}" dt="2024-05-23T13:16:20.764" v="5644" actId="478"/>
          <ac:spMkLst>
            <pc:docMk/>
            <pc:sldMk cId="807206859" sldId="338"/>
            <ac:spMk id="7" creationId="{D9A5F40E-2DFF-0149-604F-9D7FC9F34F92}"/>
          </ac:spMkLst>
        </pc:spChg>
        <pc:spChg chg="del mod">
          <ac:chgData name="Alexander Garzón Díaz" userId="b403c006-f34f-4db7-b6f3-551134a244f6" providerId="ADAL" clId="{A93C33B0-41B7-4001-9155-1D80187CC010}" dt="2024-05-23T13:16:23.374" v="5645" actId="478"/>
          <ac:spMkLst>
            <pc:docMk/>
            <pc:sldMk cId="807206859" sldId="338"/>
            <ac:spMk id="8" creationId="{8E8C92CE-D234-6D10-1645-47857C1D855B}"/>
          </ac:spMkLst>
        </pc:spChg>
      </pc:sldChg>
      <pc:sldChg chg="add del">
        <pc:chgData name="Alexander Garzón Díaz" userId="b403c006-f34f-4db7-b6f3-551134a244f6" providerId="ADAL" clId="{A93C33B0-41B7-4001-9155-1D80187CC010}" dt="2024-05-23T10:44:06.799" v="4829"/>
        <pc:sldMkLst>
          <pc:docMk/>
          <pc:sldMk cId="994737940" sldId="338"/>
        </pc:sldMkLst>
      </pc:sldChg>
      <pc:sldChg chg="add del">
        <pc:chgData name="Alexander Garzón Díaz" userId="b403c006-f34f-4db7-b6f3-551134a244f6" providerId="ADAL" clId="{A93C33B0-41B7-4001-9155-1D80187CC010}" dt="2024-05-23T10:44:13.575" v="4831" actId="47"/>
        <pc:sldMkLst>
          <pc:docMk/>
          <pc:sldMk cId="3008150168" sldId="338"/>
        </pc:sldMkLst>
      </pc:sldChg>
      <pc:sldChg chg="add del ord">
        <pc:chgData name="Alexander Garzón Díaz" userId="b403c006-f34f-4db7-b6f3-551134a244f6" providerId="ADAL" clId="{A93C33B0-41B7-4001-9155-1D80187CC010}" dt="2024-05-23T19:33:46.424" v="7003" actId="47"/>
        <pc:sldMkLst>
          <pc:docMk/>
          <pc:sldMk cId="920038833" sldId="339"/>
        </pc:sldMkLst>
      </pc:sldChg>
      <pc:sldChg chg="add del ord">
        <pc:chgData name="Alexander Garzón Díaz" userId="b403c006-f34f-4db7-b6f3-551134a244f6" providerId="ADAL" clId="{A93C33B0-41B7-4001-9155-1D80187CC010}" dt="2024-05-24T06:45:49.706" v="7019" actId="47"/>
        <pc:sldMkLst>
          <pc:docMk/>
          <pc:sldMk cId="164940922" sldId="340"/>
        </pc:sldMkLst>
      </pc:sldChg>
      <pc:sldChg chg="modSp add del mod">
        <pc:chgData name="Alexander Garzón Díaz" userId="b403c006-f34f-4db7-b6f3-551134a244f6" providerId="ADAL" clId="{A93C33B0-41B7-4001-9155-1D80187CC010}" dt="2024-05-23T19:30:48.560" v="6943" actId="47"/>
        <pc:sldMkLst>
          <pc:docMk/>
          <pc:sldMk cId="1930687245" sldId="341"/>
        </pc:sldMkLst>
        <pc:spChg chg="mod">
          <ac:chgData name="Alexander Garzón Díaz" userId="b403c006-f34f-4db7-b6f3-551134a244f6" providerId="ADAL" clId="{A93C33B0-41B7-4001-9155-1D80187CC010}" dt="2024-05-23T10:55:50.973" v="4941" actId="20577"/>
          <ac:spMkLst>
            <pc:docMk/>
            <pc:sldMk cId="1930687245" sldId="341"/>
            <ac:spMk id="3168" creationId="{00000000-0000-0000-0000-000000000000}"/>
          </ac:spMkLst>
        </pc:spChg>
      </pc:sldChg>
      <pc:sldChg chg="add modTransition">
        <pc:chgData name="Alexander Garzón Díaz" userId="b403c006-f34f-4db7-b6f3-551134a244f6" providerId="ADAL" clId="{A93C33B0-41B7-4001-9155-1D80187CC010}" dt="2024-05-24T06:57:07.424" v="7055"/>
        <pc:sldMkLst>
          <pc:docMk/>
          <pc:sldMk cId="2858487437" sldId="342"/>
        </pc:sldMkLst>
      </pc:sldChg>
      <pc:sldChg chg="addSp delSp modSp new mod">
        <pc:chgData name="Alexander Garzón Díaz" userId="b403c006-f34f-4db7-b6f3-551134a244f6" providerId="ADAL" clId="{A93C33B0-41B7-4001-9155-1D80187CC010}" dt="2024-05-23T19:34:38.292" v="7014" actId="1076"/>
        <pc:sldMkLst>
          <pc:docMk/>
          <pc:sldMk cId="399954799" sldId="343"/>
        </pc:sldMkLst>
        <pc:spChg chg="mod">
          <ac:chgData name="Alexander Garzón Díaz" userId="b403c006-f34f-4db7-b6f3-551134a244f6" providerId="ADAL" clId="{A93C33B0-41B7-4001-9155-1D80187CC010}" dt="2024-05-23T19:34:36.223" v="7013" actId="1076"/>
          <ac:spMkLst>
            <pc:docMk/>
            <pc:sldMk cId="399954799" sldId="343"/>
            <ac:spMk id="2" creationId="{87403B8C-2A7C-C063-2365-DFAF5A0E402E}"/>
          </ac:spMkLst>
        </pc:spChg>
        <pc:spChg chg="add del mod">
          <ac:chgData name="Alexander Garzón Díaz" userId="b403c006-f34f-4db7-b6f3-551134a244f6" providerId="ADAL" clId="{A93C33B0-41B7-4001-9155-1D80187CC010}" dt="2024-05-23T19:34:38.292" v="7014" actId="1076"/>
          <ac:spMkLst>
            <pc:docMk/>
            <pc:sldMk cId="399954799" sldId="343"/>
            <ac:spMk id="3" creationId="{8A52B58A-B720-AEE8-8D84-D94EE383FA6B}"/>
          </ac:spMkLst>
        </pc:spChg>
        <pc:spChg chg="add mod">
          <ac:chgData name="Alexander Garzón Díaz" userId="b403c006-f34f-4db7-b6f3-551134a244f6" providerId="ADAL" clId="{A93C33B0-41B7-4001-9155-1D80187CC010}" dt="2024-05-23T19:33:30.423" v="6996"/>
          <ac:spMkLst>
            <pc:docMk/>
            <pc:sldMk cId="399954799" sldId="343"/>
            <ac:spMk id="4" creationId="{6D5A108A-5392-F1E3-6A8C-E106CBFB2835}"/>
          </ac:spMkLst>
        </pc:spChg>
      </pc:sldChg>
      <pc:sldChg chg="addSp delSp modSp add mod ord modTransition delAnim modAnim">
        <pc:chgData name="Alexander Garzón Díaz" userId="b403c006-f34f-4db7-b6f3-551134a244f6" providerId="ADAL" clId="{A93C33B0-41B7-4001-9155-1D80187CC010}" dt="2024-05-24T06:57:17.693" v="7056"/>
        <pc:sldMkLst>
          <pc:docMk/>
          <pc:sldMk cId="4113360930" sldId="344"/>
        </pc:sldMkLst>
        <pc:spChg chg="mod">
          <ac:chgData name="Alexander Garzón Díaz" userId="b403c006-f34f-4db7-b6f3-551134a244f6" providerId="ADAL" clId="{A93C33B0-41B7-4001-9155-1D80187CC010}" dt="2024-05-23T12:12:39.748" v="4988" actId="20577"/>
          <ac:spMkLst>
            <pc:docMk/>
            <pc:sldMk cId="4113360930" sldId="344"/>
            <ac:spMk id="2" creationId="{01B126D8-3A28-2A7F-1FA0-C45921393E55}"/>
          </ac:spMkLst>
        </pc:spChg>
        <pc:spChg chg="add mod">
          <ac:chgData name="Alexander Garzón Díaz" userId="b403c006-f34f-4db7-b6f3-551134a244f6" providerId="ADAL" clId="{A93C33B0-41B7-4001-9155-1D80187CC010}" dt="2024-05-23T12:16:00.018" v="5015" actId="122"/>
          <ac:spMkLst>
            <pc:docMk/>
            <pc:sldMk cId="4113360930" sldId="344"/>
            <ac:spMk id="5" creationId="{CAB8E1A5-0B33-CF51-6F0D-A03ADDAAC913}"/>
          </ac:spMkLst>
        </pc:spChg>
        <pc:spChg chg="add del">
          <ac:chgData name="Alexander Garzón Díaz" userId="b403c006-f34f-4db7-b6f3-551134a244f6" providerId="ADAL" clId="{A93C33B0-41B7-4001-9155-1D80187CC010}" dt="2024-05-23T12:16:43.788" v="5029" actId="478"/>
          <ac:spMkLst>
            <pc:docMk/>
            <pc:sldMk cId="4113360930" sldId="344"/>
            <ac:spMk id="7" creationId="{7FC106F9-499F-D1CD-9952-D6E143AB784E}"/>
          </ac:spMkLst>
        </pc:spChg>
        <pc:spChg chg="add del mod">
          <ac:chgData name="Alexander Garzón Díaz" userId="b403c006-f34f-4db7-b6f3-551134a244f6" providerId="ADAL" clId="{A93C33B0-41B7-4001-9155-1D80187CC010}" dt="2024-05-23T12:51:36.305" v="5612" actId="20577"/>
          <ac:spMkLst>
            <pc:docMk/>
            <pc:sldMk cId="4113360930" sldId="344"/>
            <ac:spMk id="8" creationId="{11C832B4-6969-A8F0-332E-3C3E8EF43988}"/>
          </ac:spMkLst>
        </pc:spChg>
        <pc:spChg chg="add del">
          <ac:chgData name="Alexander Garzón Díaz" userId="b403c006-f34f-4db7-b6f3-551134a244f6" providerId="ADAL" clId="{A93C33B0-41B7-4001-9155-1D80187CC010}" dt="2024-05-23T12:51:42.099" v="5613" actId="478"/>
          <ac:spMkLst>
            <pc:docMk/>
            <pc:sldMk cId="4113360930" sldId="344"/>
            <ac:spMk id="12" creationId="{FBC92204-DCCE-474B-8CD3-72A667A318D8}"/>
          </ac:spMkLst>
        </pc:spChg>
        <pc:spChg chg="add del">
          <ac:chgData name="Alexander Garzón Díaz" userId="b403c006-f34f-4db7-b6f3-551134a244f6" providerId="ADAL" clId="{A93C33B0-41B7-4001-9155-1D80187CC010}" dt="2024-05-23T12:51:42.099" v="5613" actId="478"/>
          <ac:spMkLst>
            <pc:docMk/>
            <pc:sldMk cId="4113360930" sldId="344"/>
            <ac:spMk id="13" creationId="{A7DFA5A9-FE89-82AF-288B-51F49E86B83A}"/>
          </ac:spMkLst>
        </pc:spChg>
        <pc:spChg chg="add del">
          <ac:chgData name="Alexander Garzón Díaz" userId="b403c006-f34f-4db7-b6f3-551134a244f6" providerId="ADAL" clId="{A93C33B0-41B7-4001-9155-1D80187CC010}" dt="2024-05-23T12:51:42.099" v="5613" actId="478"/>
          <ac:spMkLst>
            <pc:docMk/>
            <pc:sldMk cId="4113360930" sldId="344"/>
            <ac:spMk id="14" creationId="{FE3B1DE3-1163-9B20-C9A6-F672E36FA318}"/>
          </ac:spMkLst>
        </pc:spChg>
        <pc:spChg chg="add del">
          <ac:chgData name="Alexander Garzón Díaz" userId="b403c006-f34f-4db7-b6f3-551134a244f6" providerId="ADAL" clId="{A93C33B0-41B7-4001-9155-1D80187CC010}" dt="2024-05-23T12:51:42.099" v="5613" actId="478"/>
          <ac:spMkLst>
            <pc:docMk/>
            <pc:sldMk cId="4113360930" sldId="344"/>
            <ac:spMk id="15" creationId="{DD1AF2CC-57AF-06A4-03D6-3309CEEE3577}"/>
          </ac:spMkLst>
        </pc:spChg>
        <pc:spChg chg="add mod">
          <ac:chgData name="Alexander Garzón Díaz" userId="b403c006-f34f-4db7-b6f3-551134a244f6" providerId="ADAL" clId="{A93C33B0-41B7-4001-9155-1D80187CC010}" dt="2024-05-23T12:16:25.122" v="5023" actId="1076"/>
          <ac:spMkLst>
            <pc:docMk/>
            <pc:sldMk cId="4113360930" sldId="344"/>
            <ac:spMk id="17" creationId="{0E7191F8-4C27-C469-913F-673E135EBC8E}"/>
          </ac:spMkLst>
        </pc:spChg>
        <pc:spChg chg="add mod">
          <ac:chgData name="Alexander Garzón Díaz" userId="b403c006-f34f-4db7-b6f3-551134a244f6" providerId="ADAL" clId="{A93C33B0-41B7-4001-9155-1D80187CC010}" dt="2024-05-23T12:16:51.817" v="5030" actId="1076"/>
          <ac:spMkLst>
            <pc:docMk/>
            <pc:sldMk cId="4113360930" sldId="344"/>
            <ac:spMk id="19" creationId="{C3389E92-47C8-5620-2309-4B5233A2D23B}"/>
          </ac:spMkLst>
        </pc:spChg>
        <pc:spChg chg="add del mod">
          <ac:chgData name="Alexander Garzón Díaz" userId="b403c006-f34f-4db7-b6f3-551134a244f6" providerId="ADAL" clId="{A93C33B0-41B7-4001-9155-1D80187CC010}" dt="2024-05-23T12:51:46.685" v="5615" actId="14100"/>
          <ac:spMkLst>
            <pc:docMk/>
            <pc:sldMk cId="4113360930" sldId="344"/>
            <ac:spMk id="28" creationId="{1A310BEF-C765-BD5C-D582-5C76F09C5239}"/>
          </ac:spMkLst>
        </pc:spChg>
        <pc:picChg chg="mod">
          <ac:chgData name="Alexander Garzón Díaz" userId="b403c006-f34f-4db7-b6f3-551134a244f6" providerId="ADAL" clId="{A93C33B0-41B7-4001-9155-1D80187CC010}" dt="2024-05-23T12:16:04.752" v="5018" actId="1076"/>
          <ac:picMkLst>
            <pc:docMk/>
            <pc:sldMk cId="4113360930" sldId="344"/>
            <ac:picMk id="6" creationId="{2ED9E2AF-6643-8F22-94A0-77E9AF4870D5}"/>
          </ac:picMkLst>
        </pc:picChg>
        <pc:picChg chg="ord">
          <ac:chgData name="Alexander Garzón Díaz" userId="b403c006-f34f-4db7-b6f3-551134a244f6" providerId="ADAL" clId="{A93C33B0-41B7-4001-9155-1D80187CC010}" dt="2024-05-23T12:13:43.625" v="4997" actId="167"/>
          <ac:picMkLst>
            <pc:docMk/>
            <pc:sldMk cId="4113360930" sldId="344"/>
            <ac:picMk id="9" creationId="{B2789997-756A-E4F6-88D7-DB29C3A83374}"/>
          </ac:picMkLst>
        </pc:picChg>
        <pc:picChg chg="add del ord">
          <ac:chgData name="Alexander Garzón Díaz" userId="b403c006-f34f-4db7-b6f3-551134a244f6" providerId="ADAL" clId="{A93C33B0-41B7-4001-9155-1D80187CC010}" dt="2024-05-23T12:50:22.120" v="5597" actId="21"/>
          <ac:picMkLst>
            <pc:docMk/>
            <pc:sldMk cId="4113360930" sldId="344"/>
            <ac:picMk id="10" creationId="{4EFFACE1-6B35-82A1-FC8B-EB0853DA44FA}"/>
          </ac:picMkLst>
        </pc:picChg>
        <pc:picChg chg="del mod">
          <ac:chgData name="Alexander Garzón Díaz" userId="b403c006-f34f-4db7-b6f3-551134a244f6" providerId="ADAL" clId="{A93C33B0-41B7-4001-9155-1D80187CC010}" dt="2024-05-23T12:50:34.045" v="5598" actId="21"/>
          <ac:picMkLst>
            <pc:docMk/>
            <pc:sldMk cId="4113360930" sldId="344"/>
            <ac:picMk id="11" creationId="{54822A50-CC1A-2CBA-1CC0-398C386BA229}"/>
          </ac:picMkLst>
        </pc:picChg>
        <pc:picChg chg="add mod">
          <ac:chgData name="Alexander Garzón Díaz" userId="b403c006-f34f-4db7-b6f3-551134a244f6" providerId="ADAL" clId="{A93C33B0-41B7-4001-9155-1D80187CC010}" dt="2024-05-23T12:50:43.558" v="5600"/>
          <ac:picMkLst>
            <pc:docMk/>
            <pc:sldMk cId="4113360930" sldId="344"/>
            <ac:picMk id="20" creationId="{54822A50-CC1A-2CBA-1CC0-398C386BA229}"/>
          </ac:picMkLst>
        </pc:picChg>
      </pc:sldChg>
      <pc:sldChg chg="addSp delSp modSp new mod ord modTransition">
        <pc:chgData name="Alexander Garzón Díaz" userId="b403c006-f34f-4db7-b6f3-551134a244f6" providerId="ADAL" clId="{A93C33B0-41B7-4001-9155-1D80187CC010}" dt="2024-05-23T13:25:57.569" v="5808"/>
        <pc:sldMkLst>
          <pc:docMk/>
          <pc:sldMk cId="186150660" sldId="345"/>
        </pc:sldMkLst>
        <pc:spChg chg="mod">
          <ac:chgData name="Alexander Garzón Díaz" userId="b403c006-f34f-4db7-b6f3-551134a244f6" providerId="ADAL" clId="{A93C33B0-41B7-4001-9155-1D80187CC010}" dt="2024-05-23T12:47:37.239" v="5516" actId="20577"/>
          <ac:spMkLst>
            <pc:docMk/>
            <pc:sldMk cId="186150660" sldId="345"/>
            <ac:spMk id="2" creationId="{6EBFAEC2-73FC-8028-E3AF-FCDCC94BC891}"/>
          </ac:spMkLst>
        </pc:spChg>
        <pc:spChg chg="mod">
          <ac:chgData name="Alexander Garzón Díaz" userId="b403c006-f34f-4db7-b6f3-551134a244f6" providerId="ADAL" clId="{A93C33B0-41B7-4001-9155-1D80187CC010}" dt="2024-05-23T12:49:12.992" v="5585" actId="20577"/>
          <ac:spMkLst>
            <pc:docMk/>
            <pc:sldMk cId="186150660" sldId="345"/>
            <ac:spMk id="3" creationId="{5CFD7342-7604-E64F-0EB1-4A4569798271}"/>
          </ac:spMkLst>
        </pc:spChg>
        <pc:spChg chg="add mod">
          <ac:chgData name="Alexander Garzón Díaz" userId="b403c006-f34f-4db7-b6f3-551134a244f6" providerId="ADAL" clId="{A93C33B0-41B7-4001-9155-1D80187CC010}" dt="2024-05-23T12:19:17.959" v="5071"/>
          <ac:spMkLst>
            <pc:docMk/>
            <pc:sldMk cId="186150660" sldId="345"/>
            <ac:spMk id="4" creationId="{E2C371A9-59FD-5942-7D57-42ABE42F72E4}"/>
          </ac:spMkLst>
        </pc:spChg>
        <pc:spChg chg="add mod">
          <ac:chgData name="Alexander Garzón Díaz" userId="b403c006-f34f-4db7-b6f3-551134a244f6" providerId="ADAL" clId="{A93C33B0-41B7-4001-9155-1D80187CC010}" dt="2024-05-23T12:46:31.192" v="5419" actId="20577"/>
          <ac:spMkLst>
            <pc:docMk/>
            <pc:sldMk cId="186150660" sldId="345"/>
            <ac:spMk id="7" creationId="{CC60BC00-F5A1-5F25-ABD0-A7F4F8370500}"/>
          </ac:spMkLst>
        </pc:spChg>
        <pc:spChg chg="add mod">
          <ac:chgData name="Alexander Garzón Díaz" userId="b403c006-f34f-4db7-b6f3-551134a244f6" providerId="ADAL" clId="{A93C33B0-41B7-4001-9155-1D80187CC010}" dt="2024-05-23T12:46:16.362" v="5412" actId="20577"/>
          <ac:spMkLst>
            <pc:docMk/>
            <pc:sldMk cId="186150660" sldId="345"/>
            <ac:spMk id="8" creationId="{813F5C13-7C3C-F89B-C14A-2E6265F42641}"/>
          </ac:spMkLst>
        </pc:spChg>
        <pc:picChg chg="add del mod">
          <ac:chgData name="Alexander Garzón Díaz" userId="b403c006-f34f-4db7-b6f3-551134a244f6" providerId="ADAL" clId="{A93C33B0-41B7-4001-9155-1D80187CC010}" dt="2024-05-23T12:19:39.239" v="5078" actId="21"/>
          <ac:picMkLst>
            <pc:docMk/>
            <pc:sldMk cId="186150660" sldId="345"/>
            <ac:picMk id="6" creationId="{3F6AFA85-AE6D-7F64-4302-959506D4B92E}"/>
          </ac:picMkLst>
        </pc:picChg>
      </pc:sldChg>
      <pc:sldChg chg="addSp modSp new mod ord modTransition">
        <pc:chgData name="Alexander Garzón Díaz" userId="b403c006-f34f-4db7-b6f3-551134a244f6" providerId="ADAL" clId="{A93C33B0-41B7-4001-9155-1D80187CC010}" dt="2024-05-23T13:25:57.569" v="5808"/>
        <pc:sldMkLst>
          <pc:docMk/>
          <pc:sldMk cId="1919522806" sldId="346"/>
        </pc:sldMkLst>
        <pc:spChg chg="mod">
          <ac:chgData name="Alexander Garzón Díaz" userId="b403c006-f34f-4db7-b6f3-551134a244f6" providerId="ADAL" clId="{A93C33B0-41B7-4001-9155-1D80187CC010}" dt="2024-05-23T12:52:13.126" v="5636" actId="20577"/>
          <ac:spMkLst>
            <pc:docMk/>
            <pc:sldMk cId="1919522806" sldId="346"/>
            <ac:spMk id="2" creationId="{8EB0F4B2-497F-8704-3378-730F80B35CAC}"/>
          </ac:spMkLst>
        </pc:spChg>
        <pc:picChg chg="add mod">
          <ac:chgData name="Alexander Garzón Díaz" userId="b403c006-f34f-4db7-b6f3-551134a244f6" providerId="ADAL" clId="{A93C33B0-41B7-4001-9155-1D80187CC010}" dt="2024-05-23T13:17:11.300" v="5685" actId="1076"/>
          <ac:picMkLst>
            <pc:docMk/>
            <pc:sldMk cId="1919522806" sldId="346"/>
            <ac:picMk id="6" creationId="{3F6AFA85-AE6D-7F64-4302-959506D4B92E}"/>
          </ac:picMkLst>
        </pc:picChg>
      </pc:sldChg>
      <pc:sldChg chg="add ord modTransition">
        <pc:chgData name="Alexander Garzón Díaz" userId="b403c006-f34f-4db7-b6f3-551134a244f6" providerId="ADAL" clId="{A93C33B0-41B7-4001-9155-1D80187CC010}" dt="2024-05-24T06:57:37.419" v="7059"/>
        <pc:sldMkLst>
          <pc:docMk/>
          <pc:sldMk cId="2161111774" sldId="347"/>
        </pc:sldMkLst>
      </pc:sldChg>
      <pc:sldChg chg="addSp delSp modSp new mod modTransition delAnim modAnim">
        <pc:chgData name="Alexander Garzón Díaz" userId="b403c006-f34f-4db7-b6f3-551134a244f6" providerId="ADAL" clId="{A93C33B0-41B7-4001-9155-1D80187CC010}" dt="2024-05-24T06:57:30.248" v="7058"/>
        <pc:sldMkLst>
          <pc:docMk/>
          <pc:sldMk cId="4027746409" sldId="348"/>
        </pc:sldMkLst>
        <pc:spChg chg="mod">
          <ac:chgData name="Alexander Garzón Díaz" userId="b403c006-f34f-4db7-b6f3-551134a244f6" providerId="ADAL" clId="{A93C33B0-41B7-4001-9155-1D80187CC010}" dt="2024-05-23T13:20:06.605" v="5740" actId="20577"/>
          <ac:spMkLst>
            <pc:docMk/>
            <pc:sldMk cId="4027746409" sldId="348"/>
            <ac:spMk id="2" creationId="{FB5B1A2B-8A23-D18E-9BA6-CBF3B1F4C22D}"/>
          </ac:spMkLst>
        </pc:spChg>
        <pc:spChg chg="del">
          <ac:chgData name="Alexander Garzón Díaz" userId="b403c006-f34f-4db7-b6f3-551134a244f6" providerId="ADAL" clId="{A93C33B0-41B7-4001-9155-1D80187CC010}" dt="2024-05-23T13:22:08.317" v="5758" actId="478"/>
          <ac:spMkLst>
            <pc:docMk/>
            <pc:sldMk cId="4027746409" sldId="348"/>
            <ac:spMk id="3" creationId="{EBC9CFF3-1FA3-9B97-9BE2-AEEF53602485}"/>
          </ac:spMkLst>
        </pc:spChg>
        <pc:spChg chg="add mod">
          <ac:chgData name="Alexander Garzón Díaz" userId="b403c006-f34f-4db7-b6f3-551134a244f6" providerId="ADAL" clId="{A93C33B0-41B7-4001-9155-1D80187CC010}" dt="2024-05-23T13:20:48.617" v="5745" actId="1076"/>
          <ac:spMkLst>
            <pc:docMk/>
            <pc:sldMk cId="4027746409" sldId="348"/>
            <ac:spMk id="5" creationId="{3A220B7E-C65F-A8CB-0107-57DAE6B99CA4}"/>
          </ac:spMkLst>
        </pc:spChg>
        <pc:spChg chg="add mod">
          <ac:chgData name="Alexander Garzón Díaz" userId="b403c006-f34f-4db7-b6f3-551134a244f6" providerId="ADAL" clId="{A93C33B0-41B7-4001-9155-1D80187CC010}" dt="2024-05-23T13:20:48.617" v="5745" actId="1076"/>
          <ac:spMkLst>
            <pc:docMk/>
            <pc:sldMk cId="4027746409" sldId="348"/>
            <ac:spMk id="7" creationId="{292C9BD5-85C6-E3C9-441A-EEFD9C0763E8}"/>
          </ac:spMkLst>
        </pc:spChg>
        <pc:spChg chg="add mod">
          <ac:chgData name="Alexander Garzón Díaz" userId="b403c006-f34f-4db7-b6f3-551134a244f6" providerId="ADAL" clId="{A93C33B0-41B7-4001-9155-1D80187CC010}" dt="2024-05-23T13:20:48.617" v="5745" actId="1076"/>
          <ac:spMkLst>
            <pc:docMk/>
            <pc:sldMk cId="4027746409" sldId="348"/>
            <ac:spMk id="8" creationId="{E2CE5203-5250-8CD6-FDC7-9300AA9698B4}"/>
          </ac:spMkLst>
        </pc:spChg>
        <pc:spChg chg="add mod">
          <ac:chgData name="Alexander Garzón Díaz" userId="b403c006-f34f-4db7-b6f3-551134a244f6" providerId="ADAL" clId="{A93C33B0-41B7-4001-9155-1D80187CC010}" dt="2024-05-23T13:20:48.617" v="5745" actId="1076"/>
          <ac:spMkLst>
            <pc:docMk/>
            <pc:sldMk cId="4027746409" sldId="348"/>
            <ac:spMk id="10" creationId="{249B19EE-2F0D-43A9-EF08-1F0FF359C676}"/>
          </ac:spMkLst>
        </pc:spChg>
        <pc:spChg chg="add mod">
          <ac:chgData name="Alexander Garzón Díaz" userId="b403c006-f34f-4db7-b6f3-551134a244f6" providerId="ADAL" clId="{A93C33B0-41B7-4001-9155-1D80187CC010}" dt="2024-05-23T13:20:48.617" v="5745" actId="1076"/>
          <ac:spMkLst>
            <pc:docMk/>
            <pc:sldMk cId="4027746409" sldId="348"/>
            <ac:spMk id="11" creationId="{9E2CF614-0D83-0C63-04F6-A355C4DB7124}"/>
          </ac:spMkLst>
        </pc:spChg>
        <pc:spChg chg="add mod">
          <ac:chgData name="Alexander Garzón Díaz" userId="b403c006-f34f-4db7-b6f3-551134a244f6" providerId="ADAL" clId="{A93C33B0-41B7-4001-9155-1D80187CC010}" dt="2024-05-23T13:20:48.617" v="5745" actId="1076"/>
          <ac:spMkLst>
            <pc:docMk/>
            <pc:sldMk cId="4027746409" sldId="348"/>
            <ac:spMk id="13" creationId="{FA0CFF08-CF3F-6C3B-5CE2-B5FB515BB861}"/>
          </ac:spMkLst>
        </pc:spChg>
        <pc:spChg chg="add del mod">
          <ac:chgData name="Alexander Garzón Díaz" userId="b403c006-f34f-4db7-b6f3-551134a244f6" providerId="ADAL" clId="{A93C33B0-41B7-4001-9155-1D80187CC010}" dt="2024-05-23T13:20:55.949" v="5746" actId="478"/>
          <ac:spMkLst>
            <pc:docMk/>
            <pc:sldMk cId="4027746409" sldId="348"/>
            <ac:spMk id="14" creationId="{73A04E10-A984-B0FC-58BC-C33E46EB129A}"/>
          </ac:spMkLst>
        </pc:spChg>
        <pc:spChg chg="add del mod">
          <ac:chgData name="Alexander Garzón Díaz" userId="b403c006-f34f-4db7-b6f3-551134a244f6" providerId="ADAL" clId="{A93C33B0-41B7-4001-9155-1D80187CC010}" dt="2024-05-23T13:20:55.949" v="5746" actId="478"/>
          <ac:spMkLst>
            <pc:docMk/>
            <pc:sldMk cId="4027746409" sldId="348"/>
            <ac:spMk id="15" creationId="{A0CA7792-2840-AFA2-D5C8-5D6C10DF99FE}"/>
          </ac:spMkLst>
        </pc:spChg>
        <pc:spChg chg="add del mod">
          <ac:chgData name="Alexander Garzón Díaz" userId="b403c006-f34f-4db7-b6f3-551134a244f6" providerId="ADAL" clId="{A93C33B0-41B7-4001-9155-1D80187CC010}" dt="2024-05-23T13:20:55.949" v="5746" actId="478"/>
          <ac:spMkLst>
            <pc:docMk/>
            <pc:sldMk cId="4027746409" sldId="348"/>
            <ac:spMk id="16" creationId="{559A0248-EB96-B2F6-197E-AD121367697F}"/>
          </ac:spMkLst>
        </pc:spChg>
        <pc:spChg chg="add mod">
          <ac:chgData name="Alexander Garzón Díaz" userId="b403c006-f34f-4db7-b6f3-551134a244f6" providerId="ADAL" clId="{A93C33B0-41B7-4001-9155-1D80187CC010}" dt="2024-05-23T13:21:06.469" v="5748" actId="1076"/>
          <ac:spMkLst>
            <pc:docMk/>
            <pc:sldMk cId="4027746409" sldId="348"/>
            <ac:spMk id="17" creationId="{21D80B33-F25E-CF22-CD54-E076C808D6FE}"/>
          </ac:spMkLst>
        </pc:spChg>
        <pc:spChg chg="add mod">
          <ac:chgData name="Alexander Garzón Díaz" userId="b403c006-f34f-4db7-b6f3-551134a244f6" providerId="ADAL" clId="{A93C33B0-41B7-4001-9155-1D80187CC010}" dt="2024-05-23T13:21:06.469" v="5748" actId="1076"/>
          <ac:spMkLst>
            <pc:docMk/>
            <pc:sldMk cId="4027746409" sldId="348"/>
            <ac:spMk id="19" creationId="{F7ED4504-388D-9ECE-5EB6-6A1C39BCC9B8}"/>
          </ac:spMkLst>
        </pc:spChg>
        <pc:spChg chg="add mod">
          <ac:chgData name="Alexander Garzón Díaz" userId="b403c006-f34f-4db7-b6f3-551134a244f6" providerId="ADAL" clId="{A93C33B0-41B7-4001-9155-1D80187CC010}" dt="2024-05-23T13:21:06.469" v="5748" actId="1076"/>
          <ac:spMkLst>
            <pc:docMk/>
            <pc:sldMk cId="4027746409" sldId="348"/>
            <ac:spMk id="20" creationId="{959E3F9B-8AE0-C266-EB23-8DDBF08A90B2}"/>
          </ac:spMkLst>
        </pc:spChg>
        <pc:spChg chg="add mod">
          <ac:chgData name="Alexander Garzón Díaz" userId="b403c006-f34f-4db7-b6f3-551134a244f6" providerId="ADAL" clId="{A93C33B0-41B7-4001-9155-1D80187CC010}" dt="2024-05-23T13:21:06.469" v="5748" actId="1076"/>
          <ac:spMkLst>
            <pc:docMk/>
            <pc:sldMk cId="4027746409" sldId="348"/>
            <ac:spMk id="22" creationId="{58C8E010-05FB-0799-0BE7-0BE2146175B9}"/>
          </ac:spMkLst>
        </pc:spChg>
        <pc:spChg chg="add mod">
          <ac:chgData name="Alexander Garzón Díaz" userId="b403c006-f34f-4db7-b6f3-551134a244f6" providerId="ADAL" clId="{A93C33B0-41B7-4001-9155-1D80187CC010}" dt="2024-05-23T13:21:06.469" v="5748" actId="1076"/>
          <ac:spMkLst>
            <pc:docMk/>
            <pc:sldMk cId="4027746409" sldId="348"/>
            <ac:spMk id="23" creationId="{0285452C-450E-34EA-AEDA-E4071AF6FBF0}"/>
          </ac:spMkLst>
        </pc:spChg>
        <pc:spChg chg="add mod">
          <ac:chgData name="Alexander Garzón Díaz" userId="b403c006-f34f-4db7-b6f3-551134a244f6" providerId="ADAL" clId="{A93C33B0-41B7-4001-9155-1D80187CC010}" dt="2024-05-23T13:21:06.469" v="5748" actId="1076"/>
          <ac:spMkLst>
            <pc:docMk/>
            <pc:sldMk cId="4027746409" sldId="348"/>
            <ac:spMk id="25" creationId="{F3300890-FB3A-B684-D37D-288E1E2A417C}"/>
          </ac:spMkLst>
        </pc:spChg>
        <pc:picChg chg="add mod">
          <ac:chgData name="Alexander Garzón Díaz" userId="b403c006-f34f-4db7-b6f3-551134a244f6" providerId="ADAL" clId="{A93C33B0-41B7-4001-9155-1D80187CC010}" dt="2024-05-23T13:25:12.429" v="5805" actId="1076"/>
          <ac:picMkLst>
            <pc:docMk/>
            <pc:sldMk cId="4027746409" sldId="348"/>
            <ac:picMk id="4" creationId="{36F82B84-CBFF-2AEF-9DF0-31160AC13B88}"/>
          </ac:picMkLst>
        </pc:picChg>
        <pc:picChg chg="add mod">
          <ac:chgData name="Alexander Garzón Díaz" userId="b403c006-f34f-4db7-b6f3-551134a244f6" providerId="ADAL" clId="{A93C33B0-41B7-4001-9155-1D80187CC010}" dt="2024-05-23T13:20:48.617" v="5745" actId="1076"/>
          <ac:picMkLst>
            <pc:docMk/>
            <pc:sldMk cId="4027746409" sldId="348"/>
            <ac:picMk id="6" creationId="{EEC2AEFB-BFE3-8DF1-F473-0BB0A9BA99CD}"/>
          </ac:picMkLst>
        </pc:picChg>
        <pc:picChg chg="add del mod">
          <ac:chgData name="Alexander Garzón Díaz" userId="b403c006-f34f-4db7-b6f3-551134a244f6" providerId="ADAL" clId="{A93C33B0-41B7-4001-9155-1D80187CC010}" dt="2024-05-23T13:21:09.548" v="5749" actId="478"/>
          <ac:picMkLst>
            <pc:docMk/>
            <pc:sldMk cId="4027746409" sldId="348"/>
            <ac:picMk id="18" creationId="{C56C6B31-FAA0-DD1B-9D3A-A5E78BBA8373}"/>
          </ac:picMkLst>
        </pc:picChg>
        <pc:picChg chg="add del mod">
          <ac:chgData name="Alexander Garzón Díaz" userId="b403c006-f34f-4db7-b6f3-551134a244f6" providerId="ADAL" clId="{A93C33B0-41B7-4001-9155-1D80187CC010}" dt="2024-05-23T13:23:22.164" v="5793" actId="1076"/>
          <ac:picMkLst>
            <pc:docMk/>
            <pc:sldMk cId="4027746409" sldId="348"/>
            <ac:picMk id="27" creationId="{FC862AA5-941E-358A-A7E8-23C119706402}"/>
          </ac:picMkLst>
        </pc:picChg>
        <pc:picChg chg="add del mod">
          <ac:chgData name="Alexander Garzón Díaz" userId="b403c006-f34f-4db7-b6f3-551134a244f6" providerId="ADAL" clId="{A93C33B0-41B7-4001-9155-1D80187CC010}" dt="2024-05-23T13:23:01.647" v="5778" actId="21"/>
          <ac:picMkLst>
            <pc:docMk/>
            <pc:sldMk cId="4027746409" sldId="348"/>
            <ac:picMk id="29" creationId="{5C4D57F1-959B-A730-A494-CD93FFB90884}"/>
          </ac:picMkLst>
        </pc:picChg>
        <pc:picChg chg="add mod">
          <ac:chgData name="Alexander Garzón Díaz" userId="b403c006-f34f-4db7-b6f3-551134a244f6" providerId="ADAL" clId="{A93C33B0-41B7-4001-9155-1D80187CC010}" dt="2024-05-23T13:25:09.865" v="5804" actId="1076"/>
          <ac:picMkLst>
            <pc:docMk/>
            <pc:sldMk cId="4027746409" sldId="348"/>
            <ac:picMk id="31" creationId="{D28CAA23-5D08-2D1A-9F6B-CE0C37A63149}"/>
          </ac:picMkLst>
        </pc:picChg>
        <pc:cxnChg chg="add mod">
          <ac:chgData name="Alexander Garzón Díaz" userId="b403c006-f34f-4db7-b6f3-551134a244f6" providerId="ADAL" clId="{A93C33B0-41B7-4001-9155-1D80187CC010}" dt="2024-05-23T13:20:48.617" v="5745" actId="1076"/>
          <ac:cxnSpMkLst>
            <pc:docMk/>
            <pc:sldMk cId="4027746409" sldId="348"/>
            <ac:cxnSpMk id="9" creationId="{50E61F8C-D639-AC64-F4F9-198E96A6556F}"/>
          </ac:cxnSpMkLst>
        </pc:cxnChg>
        <pc:cxnChg chg="add mod">
          <ac:chgData name="Alexander Garzón Díaz" userId="b403c006-f34f-4db7-b6f3-551134a244f6" providerId="ADAL" clId="{A93C33B0-41B7-4001-9155-1D80187CC010}" dt="2024-05-23T13:20:48.617" v="5745" actId="1076"/>
          <ac:cxnSpMkLst>
            <pc:docMk/>
            <pc:sldMk cId="4027746409" sldId="348"/>
            <ac:cxnSpMk id="12" creationId="{E0D71DCB-7751-642D-B262-4BFE942F59B0}"/>
          </ac:cxnSpMkLst>
        </pc:cxnChg>
        <pc:cxnChg chg="add mod">
          <ac:chgData name="Alexander Garzón Díaz" userId="b403c006-f34f-4db7-b6f3-551134a244f6" providerId="ADAL" clId="{A93C33B0-41B7-4001-9155-1D80187CC010}" dt="2024-05-23T13:21:06.469" v="5748" actId="1076"/>
          <ac:cxnSpMkLst>
            <pc:docMk/>
            <pc:sldMk cId="4027746409" sldId="348"/>
            <ac:cxnSpMk id="21" creationId="{E341705B-4446-22AB-BD9C-C4BE03C7A879}"/>
          </ac:cxnSpMkLst>
        </pc:cxnChg>
        <pc:cxnChg chg="add mod">
          <ac:chgData name="Alexander Garzón Díaz" userId="b403c006-f34f-4db7-b6f3-551134a244f6" providerId="ADAL" clId="{A93C33B0-41B7-4001-9155-1D80187CC010}" dt="2024-05-23T13:21:06.469" v="5748" actId="1076"/>
          <ac:cxnSpMkLst>
            <pc:docMk/>
            <pc:sldMk cId="4027746409" sldId="348"/>
            <ac:cxnSpMk id="24" creationId="{E2E4E383-5AC5-EC49-833B-743F35175486}"/>
          </ac:cxnSpMkLst>
        </pc:cxnChg>
      </pc:sldChg>
      <pc:sldChg chg="addSp delSp modSp new mod modTransition">
        <pc:chgData name="Alexander Garzón Díaz" userId="b403c006-f34f-4db7-b6f3-551134a244f6" providerId="ADAL" clId="{A93C33B0-41B7-4001-9155-1D80187CC010}" dt="2024-05-23T13:35:01.716" v="5979" actId="1076"/>
        <pc:sldMkLst>
          <pc:docMk/>
          <pc:sldMk cId="2135529199" sldId="349"/>
        </pc:sldMkLst>
        <pc:spChg chg="mod">
          <ac:chgData name="Alexander Garzón Díaz" userId="b403c006-f34f-4db7-b6f3-551134a244f6" providerId="ADAL" clId="{A93C33B0-41B7-4001-9155-1D80187CC010}" dt="2024-05-23T13:23:06.584" v="5787" actId="20577"/>
          <ac:spMkLst>
            <pc:docMk/>
            <pc:sldMk cId="2135529199" sldId="349"/>
            <ac:spMk id="2" creationId="{FC41178B-CEC6-9ABD-57EE-9EC6B11ACC63}"/>
          </ac:spMkLst>
        </pc:spChg>
        <pc:spChg chg="mod">
          <ac:chgData name="Alexander Garzón Díaz" userId="b403c006-f34f-4db7-b6f3-551134a244f6" providerId="ADAL" clId="{A93C33B0-41B7-4001-9155-1D80187CC010}" dt="2024-05-23T13:34:53.265" v="5974" actId="1076"/>
          <ac:spMkLst>
            <pc:docMk/>
            <pc:sldMk cId="2135529199" sldId="349"/>
            <ac:spMk id="3" creationId="{B365CB80-056E-56F1-3F25-9CD9CA69223E}"/>
          </ac:spMkLst>
        </pc:spChg>
        <pc:spChg chg="add">
          <ac:chgData name="Alexander Garzón Díaz" userId="b403c006-f34f-4db7-b6f3-551134a244f6" providerId="ADAL" clId="{A93C33B0-41B7-4001-9155-1D80187CC010}" dt="2024-05-23T13:30:03.135" v="5835"/>
          <ac:spMkLst>
            <pc:docMk/>
            <pc:sldMk cId="2135529199" sldId="349"/>
            <ac:spMk id="4" creationId="{49D80823-AF81-1565-7B34-963D48F561EF}"/>
          </ac:spMkLst>
        </pc:spChg>
        <pc:spChg chg="add">
          <ac:chgData name="Alexander Garzón Díaz" userId="b403c006-f34f-4db7-b6f3-551134a244f6" providerId="ADAL" clId="{A93C33B0-41B7-4001-9155-1D80187CC010}" dt="2024-05-23T13:30:43.414" v="5845"/>
          <ac:spMkLst>
            <pc:docMk/>
            <pc:sldMk cId="2135529199" sldId="349"/>
            <ac:spMk id="5" creationId="{691CA5E0-FAA7-E10A-8F3D-0F19F1726777}"/>
          </ac:spMkLst>
        </pc:spChg>
        <pc:spChg chg="add">
          <ac:chgData name="Alexander Garzón Díaz" userId="b403c006-f34f-4db7-b6f3-551134a244f6" providerId="ADAL" clId="{A93C33B0-41B7-4001-9155-1D80187CC010}" dt="2024-05-23T13:32:05.921" v="5853"/>
          <ac:spMkLst>
            <pc:docMk/>
            <pc:sldMk cId="2135529199" sldId="349"/>
            <ac:spMk id="6" creationId="{0452B7F4-D638-8928-80ED-A1534014FDF4}"/>
          </ac:spMkLst>
        </pc:spChg>
        <pc:spChg chg="add mod">
          <ac:chgData name="Alexander Garzón Díaz" userId="b403c006-f34f-4db7-b6f3-551134a244f6" providerId="ADAL" clId="{A93C33B0-41B7-4001-9155-1D80187CC010}" dt="2024-05-23T13:35:01.716" v="5979" actId="1076"/>
          <ac:spMkLst>
            <pc:docMk/>
            <pc:sldMk cId="2135529199" sldId="349"/>
            <ac:spMk id="8" creationId="{6EA2891C-5762-469A-378E-46F46C180A9A}"/>
          </ac:spMkLst>
        </pc:spChg>
        <pc:picChg chg="add del mod">
          <ac:chgData name="Alexander Garzón Díaz" userId="b403c006-f34f-4db7-b6f3-551134a244f6" providerId="ADAL" clId="{A93C33B0-41B7-4001-9155-1D80187CC010}" dt="2024-05-23T13:27:34.647" v="5816" actId="478"/>
          <ac:picMkLst>
            <pc:docMk/>
            <pc:sldMk cId="2135529199" sldId="349"/>
            <ac:picMk id="29" creationId="{5C4D57F1-959B-A730-A494-CD93FFB90884}"/>
          </ac:picMkLst>
        </pc:picChg>
        <pc:picChg chg="add mod">
          <ac:chgData name="Alexander Garzón Díaz" userId="b403c006-f34f-4db7-b6f3-551134a244f6" providerId="ADAL" clId="{A93C33B0-41B7-4001-9155-1D80187CC010}" dt="2024-05-23T13:34:05.338" v="5860" actId="1076"/>
          <ac:picMkLst>
            <pc:docMk/>
            <pc:sldMk cId="2135529199" sldId="349"/>
            <ac:picMk id="1026" creationId="{5ED5F6BC-CA26-C90F-EC7D-5F7B141E6741}"/>
          </ac:picMkLst>
        </pc:picChg>
      </pc:sldChg>
      <pc:sldChg chg="addSp delSp modSp new mod ord modShow modNotesTx">
        <pc:chgData name="Alexander Garzón Díaz" userId="b403c006-f34f-4db7-b6f3-551134a244f6" providerId="ADAL" clId="{A93C33B0-41B7-4001-9155-1D80187CC010}" dt="2024-05-23T19:19:00.601" v="6443"/>
        <pc:sldMkLst>
          <pc:docMk/>
          <pc:sldMk cId="33298730" sldId="350"/>
        </pc:sldMkLst>
        <pc:spChg chg="mod">
          <ac:chgData name="Alexander Garzón Díaz" userId="b403c006-f34f-4db7-b6f3-551134a244f6" providerId="ADAL" clId="{A93C33B0-41B7-4001-9155-1D80187CC010}" dt="2024-05-23T13:36:08.013" v="5996" actId="20577"/>
          <ac:spMkLst>
            <pc:docMk/>
            <pc:sldMk cId="33298730" sldId="350"/>
            <ac:spMk id="2" creationId="{6A73888D-F50F-4E4D-6B4E-217121BF951E}"/>
          </ac:spMkLst>
        </pc:spChg>
        <pc:spChg chg="add del mod">
          <ac:chgData name="Alexander Garzón Díaz" userId="b403c006-f34f-4db7-b6f3-551134a244f6" providerId="ADAL" clId="{A93C33B0-41B7-4001-9155-1D80187CC010}" dt="2024-05-23T13:36:12.305" v="6000"/>
          <ac:spMkLst>
            <pc:docMk/>
            <pc:sldMk cId="33298730" sldId="350"/>
            <ac:spMk id="3" creationId="{CF71E4FE-C62D-B0C6-AEF1-D23D4B66485B}"/>
          </ac:spMkLst>
        </pc:spChg>
        <pc:spChg chg="add mod">
          <ac:chgData name="Alexander Garzón Díaz" userId="b403c006-f34f-4db7-b6f3-551134a244f6" providerId="ADAL" clId="{A93C33B0-41B7-4001-9155-1D80187CC010}" dt="2024-05-23T13:36:10.816" v="5998"/>
          <ac:spMkLst>
            <pc:docMk/>
            <pc:sldMk cId="33298730" sldId="350"/>
            <ac:spMk id="4" creationId="{30E97CD3-FD6A-9319-CFF9-70BACB642D5D}"/>
          </ac:spMkLst>
        </pc:spChg>
      </pc:sldChg>
      <pc:sldChg chg="addSp modSp new del mod modAnim">
        <pc:chgData name="Alexander Garzón Díaz" userId="b403c006-f34f-4db7-b6f3-551134a244f6" providerId="ADAL" clId="{A93C33B0-41B7-4001-9155-1D80187CC010}" dt="2024-05-23T18:58:23.271" v="6047" actId="47"/>
        <pc:sldMkLst>
          <pc:docMk/>
          <pc:sldMk cId="3117462202" sldId="351"/>
        </pc:sldMkLst>
        <pc:spChg chg="mod">
          <ac:chgData name="Alexander Garzón Díaz" userId="b403c006-f34f-4db7-b6f3-551134a244f6" providerId="ADAL" clId="{A93C33B0-41B7-4001-9155-1D80187CC010}" dt="2024-05-23T18:58:09.965" v="6044" actId="20577"/>
          <ac:spMkLst>
            <pc:docMk/>
            <pc:sldMk cId="3117462202" sldId="351"/>
            <ac:spMk id="2" creationId="{D3E7FC26-D19E-A45A-AD9C-BF1C2F8186C0}"/>
          </ac:spMkLst>
        </pc:spChg>
        <pc:picChg chg="add mod">
          <ac:chgData name="Alexander Garzón Díaz" userId="b403c006-f34f-4db7-b6f3-551134a244f6" providerId="ADAL" clId="{A93C33B0-41B7-4001-9155-1D80187CC010}" dt="2024-05-23T18:58:19.863" v="6046" actId="1076"/>
          <ac:picMkLst>
            <pc:docMk/>
            <pc:sldMk cId="3117462202" sldId="351"/>
            <ac:picMk id="4" creationId="{9ADC41FE-18C3-3DDD-CC66-4E8819A4CEA9}"/>
          </ac:picMkLst>
        </pc:picChg>
      </pc:sldChg>
      <pc:sldChg chg="add">
        <pc:chgData name="Alexander Garzón Díaz" userId="b403c006-f34f-4db7-b6f3-551134a244f6" providerId="ADAL" clId="{A93C33B0-41B7-4001-9155-1D80187CC010}" dt="2024-05-23T18:57:38.521" v="6024"/>
        <pc:sldMkLst>
          <pc:docMk/>
          <pc:sldMk cId="19234369" sldId="352"/>
        </pc:sldMkLst>
      </pc:sldChg>
      <pc:sldChg chg="addSp modSp add mod modAnim modNotesTx">
        <pc:chgData name="Alexander Garzón Díaz" userId="b403c006-f34f-4db7-b6f3-551134a244f6" providerId="ADAL" clId="{A93C33B0-41B7-4001-9155-1D80187CC010}" dt="2024-05-23T19:04:30.454" v="6342"/>
        <pc:sldMkLst>
          <pc:docMk/>
          <pc:sldMk cId="1709624939" sldId="353"/>
        </pc:sldMkLst>
        <pc:spChg chg="mod">
          <ac:chgData name="Alexander Garzón Díaz" userId="b403c006-f34f-4db7-b6f3-551134a244f6" providerId="ADAL" clId="{A93C33B0-41B7-4001-9155-1D80187CC010}" dt="2024-05-23T19:04:18.964" v="6340" actId="14100"/>
          <ac:spMkLst>
            <pc:docMk/>
            <pc:sldMk cId="1709624939" sldId="353"/>
            <ac:spMk id="3168" creationId="{00000000-0000-0000-0000-000000000000}"/>
          </ac:spMkLst>
        </pc:spChg>
        <pc:picChg chg="add mod">
          <ac:chgData name="Alexander Garzón Díaz" userId="b403c006-f34f-4db7-b6f3-551134a244f6" providerId="ADAL" clId="{A93C33B0-41B7-4001-9155-1D80187CC010}" dt="2024-05-23T19:04:21.291" v="6341" actId="1076"/>
          <ac:picMkLst>
            <pc:docMk/>
            <pc:sldMk cId="1709624939" sldId="353"/>
            <ac:picMk id="2" creationId="{070A9EB9-9BFF-BB10-3C6E-A492ED3D9E3D}"/>
          </ac:picMkLst>
        </pc:picChg>
      </pc:sldChg>
      <pc:sldChg chg="modSp new mod modTransition">
        <pc:chgData name="Alexander Garzón Díaz" userId="b403c006-f34f-4db7-b6f3-551134a244f6" providerId="ADAL" clId="{A93C33B0-41B7-4001-9155-1D80187CC010}" dt="2024-05-24T06:59:24.927" v="7064"/>
        <pc:sldMkLst>
          <pc:docMk/>
          <pc:sldMk cId="3832878416" sldId="354"/>
        </pc:sldMkLst>
        <pc:spChg chg="mod">
          <ac:chgData name="Alexander Garzón Díaz" userId="b403c006-f34f-4db7-b6f3-551134a244f6" providerId="ADAL" clId="{A93C33B0-41B7-4001-9155-1D80187CC010}" dt="2024-05-23T19:04:47.969" v="6356" actId="20577"/>
          <ac:spMkLst>
            <pc:docMk/>
            <pc:sldMk cId="3832878416" sldId="354"/>
            <ac:spMk id="2" creationId="{C26363E7-9222-88AD-AAD0-00646E0A0024}"/>
          </ac:spMkLst>
        </pc:spChg>
      </pc:sldChg>
      <pc:sldChg chg="addSp delSp modSp add mod ord modTransition modAnim">
        <pc:chgData name="Alexander Garzón Díaz" userId="b403c006-f34f-4db7-b6f3-551134a244f6" providerId="ADAL" clId="{A93C33B0-41B7-4001-9155-1D80187CC010}" dt="2024-05-24T06:58:52.930" v="7062" actId="478"/>
        <pc:sldMkLst>
          <pc:docMk/>
          <pc:sldMk cId="2128290514" sldId="355"/>
        </pc:sldMkLst>
        <pc:spChg chg="del">
          <ac:chgData name="Alexander Garzón Díaz" userId="b403c006-f34f-4db7-b6f3-551134a244f6" providerId="ADAL" clId="{A93C33B0-41B7-4001-9155-1D80187CC010}" dt="2024-05-24T06:58:52.930" v="7062" actId="478"/>
          <ac:spMkLst>
            <pc:docMk/>
            <pc:sldMk cId="2128290514" sldId="355"/>
            <ac:spMk id="2" creationId="{FB5B1A2B-8A23-D18E-9BA6-CBF3B1F4C22D}"/>
          </ac:spMkLst>
        </pc:spChg>
        <pc:spChg chg="add mod">
          <ac:chgData name="Alexander Garzón Díaz" userId="b403c006-f34f-4db7-b6f3-551134a244f6" providerId="ADAL" clId="{A93C33B0-41B7-4001-9155-1D80187CC010}" dt="2024-05-24T06:58:52.930" v="7062" actId="478"/>
          <ac:spMkLst>
            <pc:docMk/>
            <pc:sldMk cId="2128290514" sldId="355"/>
            <ac:spMk id="14" creationId="{87B1AB62-97CF-FD39-31D1-70CB19E8DB68}"/>
          </ac:spMkLst>
        </pc:spChg>
      </pc:sldChg>
      <pc:sldChg chg="addSp modSp new del modAnim">
        <pc:chgData name="Alexander Garzón Díaz" userId="b403c006-f34f-4db7-b6f3-551134a244f6" providerId="ADAL" clId="{A93C33B0-41B7-4001-9155-1D80187CC010}" dt="2024-05-23T19:06:00.916" v="6362" actId="47"/>
        <pc:sldMkLst>
          <pc:docMk/>
          <pc:sldMk cId="2638944527" sldId="355"/>
        </pc:sldMkLst>
        <pc:spChg chg="add mod">
          <ac:chgData name="Alexander Garzón Díaz" userId="b403c006-f34f-4db7-b6f3-551134a244f6" providerId="ADAL" clId="{A93C33B0-41B7-4001-9155-1D80187CC010}" dt="2024-05-23T19:05:19.423" v="6358"/>
          <ac:spMkLst>
            <pc:docMk/>
            <pc:sldMk cId="2638944527" sldId="355"/>
            <ac:spMk id="3" creationId="{1E76564A-A17E-068D-9F4D-14C5B93D79F0}"/>
          </ac:spMkLst>
        </pc:spChg>
        <pc:spChg chg="add mod">
          <ac:chgData name="Alexander Garzón Díaz" userId="b403c006-f34f-4db7-b6f3-551134a244f6" providerId="ADAL" clId="{A93C33B0-41B7-4001-9155-1D80187CC010}" dt="2024-05-23T19:05:19.423" v="6358"/>
          <ac:spMkLst>
            <pc:docMk/>
            <pc:sldMk cId="2638944527" sldId="355"/>
            <ac:spMk id="5" creationId="{33EBB13E-6B73-8C32-C714-282DFEE6B2BD}"/>
          </ac:spMkLst>
        </pc:spChg>
        <pc:spChg chg="add mod">
          <ac:chgData name="Alexander Garzón Díaz" userId="b403c006-f34f-4db7-b6f3-551134a244f6" providerId="ADAL" clId="{A93C33B0-41B7-4001-9155-1D80187CC010}" dt="2024-05-23T19:05:19.423" v="6358"/>
          <ac:spMkLst>
            <pc:docMk/>
            <pc:sldMk cId="2638944527" sldId="355"/>
            <ac:spMk id="6" creationId="{7240C87D-160F-27F9-5DA5-B1914F37F18E}"/>
          </ac:spMkLst>
        </pc:spChg>
        <pc:spChg chg="add mod">
          <ac:chgData name="Alexander Garzón Díaz" userId="b403c006-f34f-4db7-b6f3-551134a244f6" providerId="ADAL" clId="{A93C33B0-41B7-4001-9155-1D80187CC010}" dt="2024-05-23T19:05:19.423" v="6358"/>
          <ac:spMkLst>
            <pc:docMk/>
            <pc:sldMk cId="2638944527" sldId="355"/>
            <ac:spMk id="8" creationId="{4B3B1852-189D-1CFF-DFBC-5915829CEBDD}"/>
          </ac:spMkLst>
        </pc:spChg>
        <pc:spChg chg="add mod">
          <ac:chgData name="Alexander Garzón Díaz" userId="b403c006-f34f-4db7-b6f3-551134a244f6" providerId="ADAL" clId="{A93C33B0-41B7-4001-9155-1D80187CC010}" dt="2024-05-23T19:05:19.423" v="6358"/>
          <ac:spMkLst>
            <pc:docMk/>
            <pc:sldMk cId="2638944527" sldId="355"/>
            <ac:spMk id="9" creationId="{F61B7DF4-A4D8-E1FB-67F4-F82D4E65CB9F}"/>
          </ac:spMkLst>
        </pc:spChg>
        <pc:spChg chg="add mod">
          <ac:chgData name="Alexander Garzón Díaz" userId="b403c006-f34f-4db7-b6f3-551134a244f6" providerId="ADAL" clId="{A93C33B0-41B7-4001-9155-1D80187CC010}" dt="2024-05-23T19:05:19.423" v="6358"/>
          <ac:spMkLst>
            <pc:docMk/>
            <pc:sldMk cId="2638944527" sldId="355"/>
            <ac:spMk id="11" creationId="{508E5D94-5C3E-4747-F119-F935B0500EB3}"/>
          </ac:spMkLst>
        </pc:spChg>
        <pc:spChg chg="add mod">
          <ac:chgData name="Alexander Garzón Díaz" userId="b403c006-f34f-4db7-b6f3-551134a244f6" providerId="ADAL" clId="{A93C33B0-41B7-4001-9155-1D80187CC010}" dt="2024-05-23T19:05:19.423" v="6358"/>
          <ac:spMkLst>
            <pc:docMk/>
            <pc:sldMk cId="2638944527" sldId="355"/>
            <ac:spMk id="12" creationId="{DED5E9B8-8723-C486-2141-42DD139702E7}"/>
          </ac:spMkLst>
        </pc:spChg>
        <pc:spChg chg="add mod">
          <ac:chgData name="Alexander Garzón Díaz" userId="b403c006-f34f-4db7-b6f3-551134a244f6" providerId="ADAL" clId="{A93C33B0-41B7-4001-9155-1D80187CC010}" dt="2024-05-23T19:05:19.423" v="6358"/>
          <ac:spMkLst>
            <pc:docMk/>
            <pc:sldMk cId="2638944527" sldId="355"/>
            <ac:spMk id="13" creationId="{D8D03CF3-A0E3-FEC1-CAA7-5D96EB019D32}"/>
          </ac:spMkLst>
        </pc:spChg>
        <pc:spChg chg="add mod">
          <ac:chgData name="Alexander Garzón Díaz" userId="b403c006-f34f-4db7-b6f3-551134a244f6" providerId="ADAL" clId="{A93C33B0-41B7-4001-9155-1D80187CC010}" dt="2024-05-23T19:05:19.423" v="6358"/>
          <ac:spMkLst>
            <pc:docMk/>
            <pc:sldMk cId="2638944527" sldId="355"/>
            <ac:spMk id="14" creationId="{368DFDAD-50F7-96B2-237C-774D66BB0D98}"/>
          </ac:spMkLst>
        </pc:spChg>
        <pc:spChg chg="add mod">
          <ac:chgData name="Alexander Garzón Díaz" userId="b403c006-f34f-4db7-b6f3-551134a244f6" providerId="ADAL" clId="{A93C33B0-41B7-4001-9155-1D80187CC010}" dt="2024-05-23T19:05:38.864" v="6360"/>
          <ac:spMkLst>
            <pc:docMk/>
            <pc:sldMk cId="2638944527" sldId="355"/>
            <ac:spMk id="15" creationId="{6F81D028-76E9-ECD9-025E-C95A9E5D6B64}"/>
          </ac:spMkLst>
        </pc:spChg>
        <pc:spChg chg="add mod">
          <ac:chgData name="Alexander Garzón Díaz" userId="b403c006-f34f-4db7-b6f3-551134a244f6" providerId="ADAL" clId="{A93C33B0-41B7-4001-9155-1D80187CC010}" dt="2024-05-23T19:05:38.864" v="6360"/>
          <ac:spMkLst>
            <pc:docMk/>
            <pc:sldMk cId="2638944527" sldId="355"/>
            <ac:spMk id="17" creationId="{2B1E5A12-F225-507C-67CA-1437C713034E}"/>
          </ac:spMkLst>
        </pc:spChg>
        <pc:spChg chg="add mod">
          <ac:chgData name="Alexander Garzón Díaz" userId="b403c006-f34f-4db7-b6f3-551134a244f6" providerId="ADAL" clId="{A93C33B0-41B7-4001-9155-1D80187CC010}" dt="2024-05-23T19:05:38.864" v="6360"/>
          <ac:spMkLst>
            <pc:docMk/>
            <pc:sldMk cId="2638944527" sldId="355"/>
            <ac:spMk id="18" creationId="{C65C63C1-A23F-E16F-C69E-E281ED341EBA}"/>
          </ac:spMkLst>
        </pc:spChg>
        <pc:spChg chg="add mod">
          <ac:chgData name="Alexander Garzón Díaz" userId="b403c006-f34f-4db7-b6f3-551134a244f6" providerId="ADAL" clId="{A93C33B0-41B7-4001-9155-1D80187CC010}" dt="2024-05-23T19:05:38.864" v="6360"/>
          <ac:spMkLst>
            <pc:docMk/>
            <pc:sldMk cId="2638944527" sldId="355"/>
            <ac:spMk id="20" creationId="{DC773D90-96BD-193D-3B4C-614D2BCE6601}"/>
          </ac:spMkLst>
        </pc:spChg>
        <pc:spChg chg="add mod">
          <ac:chgData name="Alexander Garzón Díaz" userId="b403c006-f34f-4db7-b6f3-551134a244f6" providerId="ADAL" clId="{A93C33B0-41B7-4001-9155-1D80187CC010}" dt="2024-05-23T19:05:38.864" v="6360"/>
          <ac:spMkLst>
            <pc:docMk/>
            <pc:sldMk cId="2638944527" sldId="355"/>
            <ac:spMk id="21" creationId="{E00CEA32-4670-EF88-0850-19CAB778BD1C}"/>
          </ac:spMkLst>
        </pc:spChg>
        <pc:spChg chg="add mod">
          <ac:chgData name="Alexander Garzón Díaz" userId="b403c006-f34f-4db7-b6f3-551134a244f6" providerId="ADAL" clId="{A93C33B0-41B7-4001-9155-1D80187CC010}" dt="2024-05-23T19:05:38.864" v="6360"/>
          <ac:spMkLst>
            <pc:docMk/>
            <pc:sldMk cId="2638944527" sldId="355"/>
            <ac:spMk id="23" creationId="{D68C9D23-FC70-9D62-2429-B572FB31B4A9}"/>
          </ac:spMkLst>
        </pc:spChg>
        <pc:spChg chg="add mod">
          <ac:chgData name="Alexander Garzón Díaz" userId="b403c006-f34f-4db7-b6f3-551134a244f6" providerId="ADAL" clId="{A93C33B0-41B7-4001-9155-1D80187CC010}" dt="2024-05-23T19:05:38.864" v="6360"/>
          <ac:spMkLst>
            <pc:docMk/>
            <pc:sldMk cId="2638944527" sldId="355"/>
            <ac:spMk id="24" creationId="{F0C363F2-85F1-8313-D79F-074460153BCE}"/>
          </ac:spMkLst>
        </pc:spChg>
        <pc:spChg chg="add mod">
          <ac:chgData name="Alexander Garzón Díaz" userId="b403c006-f34f-4db7-b6f3-551134a244f6" providerId="ADAL" clId="{A93C33B0-41B7-4001-9155-1D80187CC010}" dt="2024-05-23T19:05:38.864" v="6360"/>
          <ac:spMkLst>
            <pc:docMk/>
            <pc:sldMk cId="2638944527" sldId="355"/>
            <ac:spMk id="25" creationId="{EB7DADEF-082B-9C39-BDFC-3C6DD9960806}"/>
          </ac:spMkLst>
        </pc:spChg>
        <pc:spChg chg="add mod">
          <ac:chgData name="Alexander Garzón Díaz" userId="b403c006-f34f-4db7-b6f3-551134a244f6" providerId="ADAL" clId="{A93C33B0-41B7-4001-9155-1D80187CC010}" dt="2024-05-23T19:05:38.864" v="6360"/>
          <ac:spMkLst>
            <pc:docMk/>
            <pc:sldMk cId="2638944527" sldId="355"/>
            <ac:spMk id="26" creationId="{B11941C4-6399-435B-4333-C2E69B45532F}"/>
          </ac:spMkLst>
        </pc:spChg>
        <pc:spChg chg="add mod">
          <ac:chgData name="Alexander Garzón Díaz" userId="b403c006-f34f-4db7-b6f3-551134a244f6" providerId="ADAL" clId="{A93C33B0-41B7-4001-9155-1D80187CC010}" dt="2024-05-23T19:05:38.864" v="6360"/>
          <ac:spMkLst>
            <pc:docMk/>
            <pc:sldMk cId="2638944527" sldId="355"/>
            <ac:spMk id="28" creationId="{76F5567A-CFA9-98E2-80AF-76B65FEB62E0}"/>
          </ac:spMkLst>
        </pc:spChg>
        <pc:spChg chg="add mod">
          <ac:chgData name="Alexander Garzón Díaz" userId="b403c006-f34f-4db7-b6f3-551134a244f6" providerId="ADAL" clId="{A93C33B0-41B7-4001-9155-1D80187CC010}" dt="2024-05-23T19:05:38.864" v="6360"/>
          <ac:spMkLst>
            <pc:docMk/>
            <pc:sldMk cId="2638944527" sldId="355"/>
            <ac:spMk id="29" creationId="{69179697-E204-8A18-D5AC-CF822F67377B}"/>
          </ac:spMkLst>
        </pc:spChg>
        <pc:spChg chg="add mod">
          <ac:chgData name="Alexander Garzón Díaz" userId="b403c006-f34f-4db7-b6f3-551134a244f6" providerId="ADAL" clId="{A93C33B0-41B7-4001-9155-1D80187CC010}" dt="2024-05-23T19:05:38.864" v="6360"/>
          <ac:spMkLst>
            <pc:docMk/>
            <pc:sldMk cId="2638944527" sldId="355"/>
            <ac:spMk id="31" creationId="{CB1F638C-2547-2937-2022-411B53F86E38}"/>
          </ac:spMkLst>
        </pc:spChg>
        <pc:picChg chg="add mod">
          <ac:chgData name="Alexander Garzón Díaz" userId="b403c006-f34f-4db7-b6f3-551134a244f6" providerId="ADAL" clId="{A93C33B0-41B7-4001-9155-1D80187CC010}" dt="2024-05-23T19:05:19.423" v="6358"/>
          <ac:picMkLst>
            <pc:docMk/>
            <pc:sldMk cId="2638944527" sldId="355"/>
            <ac:picMk id="4" creationId="{BFE1E87B-EE76-72E0-E797-302C4A87258B}"/>
          </ac:picMkLst>
        </pc:picChg>
        <pc:picChg chg="add mod">
          <ac:chgData name="Alexander Garzón Díaz" userId="b403c006-f34f-4db7-b6f3-551134a244f6" providerId="ADAL" clId="{A93C33B0-41B7-4001-9155-1D80187CC010}" dt="2024-05-23T19:05:38.864" v="6360"/>
          <ac:picMkLst>
            <pc:docMk/>
            <pc:sldMk cId="2638944527" sldId="355"/>
            <ac:picMk id="16" creationId="{16A09981-0D5E-C9E7-DE5C-BB175F7A8B93}"/>
          </ac:picMkLst>
        </pc:picChg>
        <pc:picChg chg="add mod">
          <ac:chgData name="Alexander Garzón Díaz" userId="b403c006-f34f-4db7-b6f3-551134a244f6" providerId="ADAL" clId="{A93C33B0-41B7-4001-9155-1D80187CC010}" dt="2024-05-23T19:05:49.912" v="6361"/>
          <ac:picMkLst>
            <pc:docMk/>
            <pc:sldMk cId="2638944527" sldId="355"/>
            <ac:picMk id="32" creationId="{CC2E1CE0-E411-B4A8-8E00-5CB479332A4B}"/>
          </ac:picMkLst>
        </pc:picChg>
        <pc:cxnChg chg="add mod">
          <ac:chgData name="Alexander Garzón Díaz" userId="b403c006-f34f-4db7-b6f3-551134a244f6" providerId="ADAL" clId="{A93C33B0-41B7-4001-9155-1D80187CC010}" dt="2024-05-23T19:05:19.423" v="6358"/>
          <ac:cxnSpMkLst>
            <pc:docMk/>
            <pc:sldMk cId="2638944527" sldId="355"/>
            <ac:cxnSpMk id="7" creationId="{3A9FD117-860D-DC00-DC96-72D929CC718E}"/>
          </ac:cxnSpMkLst>
        </pc:cxnChg>
        <pc:cxnChg chg="add mod">
          <ac:chgData name="Alexander Garzón Díaz" userId="b403c006-f34f-4db7-b6f3-551134a244f6" providerId="ADAL" clId="{A93C33B0-41B7-4001-9155-1D80187CC010}" dt="2024-05-23T19:05:19.423" v="6358"/>
          <ac:cxnSpMkLst>
            <pc:docMk/>
            <pc:sldMk cId="2638944527" sldId="355"/>
            <ac:cxnSpMk id="10" creationId="{D53B764A-B3AC-C0B6-049E-728A4763567A}"/>
          </ac:cxnSpMkLst>
        </pc:cxnChg>
        <pc:cxnChg chg="add mod">
          <ac:chgData name="Alexander Garzón Díaz" userId="b403c006-f34f-4db7-b6f3-551134a244f6" providerId="ADAL" clId="{A93C33B0-41B7-4001-9155-1D80187CC010}" dt="2024-05-23T19:05:38.864" v="6360"/>
          <ac:cxnSpMkLst>
            <pc:docMk/>
            <pc:sldMk cId="2638944527" sldId="355"/>
            <ac:cxnSpMk id="19" creationId="{D35167CF-53DB-82DF-3383-3659503B59ED}"/>
          </ac:cxnSpMkLst>
        </pc:cxnChg>
        <pc:cxnChg chg="add mod">
          <ac:chgData name="Alexander Garzón Díaz" userId="b403c006-f34f-4db7-b6f3-551134a244f6" providerId="ADAL" clId="{A93C33B0-41B7-4001-9155-1D80187CC010}" dt="2024-05-23T19:05:38.864" v="6360"/>
          <ac:cxnSpMkLst>
            <pc:docMk/>
            <pc:sldMk cId="2638944527" sldId="355"/>
            <ac:cxnSpMk id="22" creationId="{6B6C2832-8FC1-AC24-19BA-8C93E612EBEB}"/>
          </ac:cxnSpMkLst>
        </pc:cxnChg>
        <pc:cxnChg chg="add mod">
          <ac:chgData name="Alexander Garzón Díaz" userId="b403c006-f34f-4db7-b6f3-551134a244f6" providerId="ADAL" clId="{A93C33B0-41B7-4001-9155-1D80187CC010}" dt="2024-05-23T19:05:38.864" v="6360"/>
          <ac:cxnSpMkLst>
            <pc:docMk/>
            <pc:sldMk cId="2638944527" sldId="355"/>
            <ac:cxnSpMk id="27" creationId="{0DB1EF16-A256-7CE1-71A2-DD6F9CC2EC8B}"/>
          </ac:cxnSpMkLst>
        </pc:cxnChg>
        <pc:cxnChg chg="add mod">
          <ac:chgData name="Alexander Garzón Díaz" userId="b403c006-f34f-4db7-b6f3-551134a244f6" providerId="ADAL" clId="{A93C33B0-41B7-4001-9155-1D80187CC010}" dt="2024-05-23T19:05:38.864" v="6360"/>
          <ac:cxnSpMkLst>
            <pc:docMk/>
            <pc:sldMk cId="2638944527" sldId="355"/>
            <ac:cxnSpMk id="30" creationId="{10119C43-8290-75A6-6298-1353608B9F39}"/>
          </ac:cxnSpMkLst>
        </pc:cxnChg>
      </pc:sldChg>
      <pc:sldChg chg="addSp delSp modSp add mod ord modTransition modAnim modNotesTx">
        <pc:chgData name="Alexander Garzón Díaz" userId="b403c006-f34f-4db7-b6f3-551134a244f6" providerId="ADAL" clId="{A93C33B0-41B7-4001-9155-1D80187CC010}" dt="2024-05-24T06:58:56.584" v="7063" actId="478"/>
        <pc:sldMkLst>
          <pc:docMk/>
          <pc:sldMk cId="1464052766" sldId="356"/>
        </pc:sldMkLst>
        <pc:spChg chg="del">
          <ac:chgData name="Alexander Garzón Díaz" userId="b403c006-f34f-4db7-b6f3-551134a244f6" providerId="ADAL" clId="{A93C33B0-41B7-4001-9155-1D80187CC010}" dt="2024-05-24T06:58:56.584" v="7063" actId="478"/>
          <ac:spMkLst>
            <pc:docMk/>
            <pc:sldMk cId="1464052766" sldId="356"/>
            <ac:spMk id="2" creationId="{FB5B1A2B-8A23-D18E-9BA6-CBF3B1F4C22D}"/>
          </ac:spMkLst>
        </pc:spChg>
        <pc:spChg chg="add mod">
          <ac:chgData name="Alexander Garzón Díaz" userId="b403c006-f34f-4db7-b6f3-551134a244f6" providerId="ADAL" clId="{A93C33B0-41B7-4001-9155-1D80187CC010}" dt="2024-05-23T19:08:34.356" v="6380" actId="208"/>
          <ac:spMkLst>
            <pc:docMk/>
            <pc:sldMk cId="1464052766" sldId="356"/>
            <ac:spMk id="3" creationId="{C4A22F3D-81C4-FA65-BD51-90FABEA524C4}"/>
          </ac:spMkLst>
        </pc:spChg>
        <pc:spChg chg="mod">
          <ac:chgData name="Alexander Garzón Díaz" userId="b403c006-f34f-4db7-b6f3-551134a244f6" providerId="ADAL" clId="{A93C33B0-41B7-4001-9155-1D80187CC010}" dt="2024-05-23T19:06:23.548" v="6367" actId="1076"/>
          <ac:spMkLst>
            <pc:docMk/>
            <pc:sldMk cId="1464052766" sldId="356"/>
            <ac:spMk id="5" creationId="{3A220B7E-C65F-A8CB-0107-57DAE6B99CA4}"/>
          </ac:spMkLst>
        </pc:spChg>
        <pc:spChg chg="mod">
          <ac:chgData name="Alexander Garzón Díaz" userId="b403c006-f34f-4db7-b6f3-551134a244f6" providerId="ADAL" clId="{A93C33B0-41B7-4001-9155-1D80187CC010}" dt="2024-05-23T19:06:23.548" v="6367" actId="1076"/>
          <ac:spMkLst>
            <pc:docMk/>
            <pc:sldMk cId="1464052766" sldId="356"/>
            <ac:spMk id="7" creationId="{292C9BD5-85C6-E3C9-441A-EEFD9C0763E8}"/>
          </ac:spMkLst>
        </pc:spChg>
        <pc:spChg chg="mod">
          <ac:chgData name="Alexander Garzón Díaz" userId="b403c006-f34f-4db7-b6f3-551134a244f6" providerId="ADAL" clId="{A93C33B0-41B7-4001-9155-1D80187CC010}" dt="2024-05-23T19:06:23.548" v="6367" actId="1076"/>
          <ac:spMkLst>
            <pc:docMk/>
            <pc:sldMk cId="1464052766" sldId="356"/>
            <ac:spMk id="8" creationId="{E2CE5203-5250-8CD6-FDC7-9300AA9698B4}"/>
          </ac:spMkLst>
        </pc:spChg>
        <pc:spChg chg="mod">
          <ac:chgData name="Alexander Garzón Díaz" userId="b403c006-f34f-4db7-b6f3-551134a244f6" providerId="ADAL" clId="{A93C33B0-41B7-4001-9155-1D80187CC010}" dt="2024-05-23T19:06:23.548" v="6367" actId="1076"/>
          <ac:spMkLst>
            <pc:docMk/>
            <pc:sldMk cId="1464052766" sldId="356"/>
            <ac:spMk id="10" creationId="{249B19EE-2F0D-43A9-EF08-1F0FF359C676}"/>
          </ac:spMkLst>
        </pc:spChg>
        <pc:spChg chg="mod">
          <ac:chgData name="Alexander Garzón Díaz" userId="b403c006-f34f-4db7-b6f3-551134a244f6" providerId="ADAL" clId="{A93C33B0-41B7-4001-9155-1D80187CC010}" dt="2024-05-23T19:06:23.548" v="6367" actId="1076"/>
          <ac:spMkLst>
            <pc:docMk/>
            <pc:sldMk cId="1464052766" sldId="356"/>
            <ac:spMk id="11" creationId="{9E2CF614-0D83-0C63-04F6-A355C4DB7124}"/>
          </ac:spMkLst>
        </pc:spChg>
        <pc:spChg chg="mod">
          <ac:chgData name="Alexander Garzón Díaz" userId="b403c006-f34f-4db7-b6f3-551134a244f6" providerId="ADAL" clId="{A93C33B0-41B7-4001-9155-1D80187CC010}" dt="2024-05-23T19:06:23.548" v="6367" actId="1076"/>
          <ac:spMkLst>
            <pc:docMk/>
            <pc:sldMk cId="1464052766" sldId="356"/>
            <ac:spMk id="13" creationId="{FA0CFF08-CF3F-6C3B-5CE2-B5FB515BB861}"/>
          </ac:spMkLst>
        </pc:spChg>
        <pc:spChg chg="add mod">
          <ac:chgData name="Alexander Garzón Díaz" userId="b403c006-f34f-4db7-b6f3-551134a244f6" providerId="ADAL" clId="{A93C33B0-41B7-4001-9155-1D80187CC010}" dt="2024-05-23T19:08:34.356" v="6380" actId="208"/>
          <ac:spMkLst>
            <pc:docMk/>
            <pc:sldMk cId="1464052766" sldId="356"/>
            <ac:spMk id="15" creationId="{44BA6CA0-D22E-9143-E54F-046AE2CD6E65}"/>
          </ac:spMkLst>
        </pc:spChg>
        <pc:spChg chg="add mod">
          <ac:chgData name="Alexander Garzón Díaz" userId="b403c006-f34f-4db7-b6f3-551134a244f6" providerId="ADAL" clId="{A93C33B0-41B7-4001-9155-1D80187CC010}" dt="2024-05-23T19:07:37.031" v="6377" actId="1076"/>
          <ac:spMkLst>
            <pc:docMk/>
            <pc:sldMk cId="1464052766" sldId="356"/>
            <ac:spMk id="16" creationId="{F864DC1D-4B84-D861-2174-A2F1D01CD3B6}"/>
          </ac:spMkLst>
        </pc:spChg>
        <pc:spChg chg="mod">
          <ac:chgData name="Alexander Garzón Díaz" userId="b403c006-f34f-4db7-b6f3-551134a244f6" providerId="ADAL" clId="{A93C33B0-41B7-4001-9155-1D80187CC010}" dt="2024-05-23T19:07:26.037" v="6375" actId="1076"/>
          <ac:spMkLst>
            <pc:docMk/>
            <pc:sldMk cId="1464052766" sldId="356"/>
            <ac:spMk id="17" creationId="{21D80B33-F25E-CF22-CD54-E076C808D6FE}"/>
          </ac:spMkLst>
        </pc:spChg>
        <pc:spChg chg="mod">
          <ac:chgData name="Alexander Garzón Díaz" userId="b403c006-f34f-4db7-b6f3-551134a244f6" providerId="ADAL" clId="{A93C33B0-41B7-4001-9155-1D80187CC010}" dt="2024-05-23T19:07:26.037" v="6375" actId="1076"/>
          <ac:spMkLst>
            <pc:docMk/>
            <pc:sldMk cId="1464052766" sldId="356"/>
            <ac:spMk id="19" creationId="{F7ED4504-388D-9ECE-5EB6-6A1C39BCC9B8}"/>
          </ac:spMkLst>
        </pc:spChg>
        <pc:spChg chg="mod">
          <ac:chgData name="Alexander Garzón Díaz" userId="b403c006-f34f-4db7-b6f3-551134a244f6" providerId="ADAL" clId="{A93C33B0-41B7-4001-9155-1D80187CC010}" dt="2024-05-23T19:07:26.037" v="6375" actId="1076"/>
          <ac:spMkLst>
            <pc:docMk/>
            <pc:sldMk cId="1464052766" sldId="356"/>
            <ac:spMk id="20" creationId="{959E3F9B-8AE0-C266-EB23-8DDBF08A90B2}"/>
          </ac:spMkLst>
        </pc:spChg>
        <pc:spChg chg="mod">
          <ac:chgData name="Alexander Garzón Díaz" userId="b403c006-f34f-4db7-b6f3-551134a244f6" providerId="ADAL" clId="{A93C33B0-41B7-4001-9155-1D80187CC010}" dt="2024-05-23T19:07:26.037" v="6375" actId="1076"/>
          <ac:spMkLst>
            <pc:docMk/>
            <pc:sldMk cId="1464052766" sldId="356"/>
            <ac:spMk id="22" creationId="{58C8E010-05FB-0799-0BE7-0BE2146175B9}"/>
          </ac:spMkLst>
        </pc:spChg>
        <pc:spChg chg="mod">
          <ac:chgData name="Alexander Garzón Díaz" userId="b403c006-f34f-4db7-b6f3-551134a244f6" providerId="ADAL" clId="{A93C33B0-41B7-4001-9155-1D80187CC010}" dt="2024-05-23T19:07:26.037" v="6375" actId="1076"/>
          <ac:spMkLst>
            <pc:docMk/>
            <pc:sldMk cId="1464052766" sldId="356"/>
            <ac:spMk id="23" creationId="{0285452C-450E-34EA-AEDA-E4071AF6FBF0}"/>
          </ac:spMkLst>
        </pc:spChg>
        <pc:spChg chg="mod">
          <ac:chgData name="Alexander Garzón Díaz" userId="b403c006-f34f-4db7-b6f3-551134a244f6" providerId="ADAL" clId="{A93C33B0-41B7-4001-9155-1D80187CC010}" dt="2024-05-23T19:07:26.037" v="6375" actId="1076"/>
          <ac:spMkLst>
            <pc:docMk/>
            <pc:sldMk cId="1464052766" sldId="356"/>
            <ac:spMk id="25" creationId="{F3300890-FB3A-B684-D37D-288E1E2A417C}"/>
          </ac:spMkLst>
        </pc:spChg>
        <pc:spChg chg="add mod">
          <ac:chgData name="Alexander Garzón Díaz" userId="b403c006-f34f-4db7-b6f3-551134a244f6" providerId="ADAL" clId="{A93C33B0-41B7-4001-9155-1D80187CC010}" dt="2024-05-23T19:07:37.031" v="6377" actId="1076"/>
          <ac:spMkLst>
            <pc:docMk/>
            <pc:sldMk cId="1464052766" sldId="356"/>
            <ac:spMk id="26" creationId="{EBCE7656-0F4C-61A3-00D2-F10826209EC6}"/>
          </ac:spMkLst>
        </pc:spChg>
        <pc:spChg chg="add mod">
          <ac:chgData name="Alexander Garzón Díaz" userId="b403c006-f34f-4db7-b6f3-551134a244f6" providerId="ADAL" clId="{A93C33B0-41B7-4001-9155-1D80187CC010}" dt="2024-05-23T19:08:34.356" v="6380" actId="208"/>
          <ac:spMkLst>
            <pc:docMk/>
            <pc:sldMk cId="1464052766" sldId="356"/>
            <ac:spMk id="28" creationId="{51C7E81C-8E95-76D8-A78A-5ACD2AD3A8B8}"/>
          </ac:spMkLst>
        </pc:spChg>
        <pc:spChg chg="add mod">
          <ac:chgData name="Alexander Garzón Díaz" userId="b403c006-f34f-4db7-b6f3-551134a244f6" providerId="ADAL" clId="{A93C33B0-41B7-4001-9155-1D80187CC010}" dt="2024-05-23T19:07:37.031" v="6377" actId="1076"/>
          <ac:spMkLst>
            <pc:docMk/>
            <pc:sldMk cId="1464052766" sldId="356"/>
            <ac:spMk id="30" creationId="{73C2A4B7-FAE8-0F16-FEA2-72F841A3C05F}"/>
          </ac:spMkLst>
        </pc:spChg>
        <pc:spChg chg="add mod">
          <ac:chgData name="Alexander Garzón Díaz" userId="b403c006-f34f-4db7-b6f3-551134a244f6" providerId="ADAL" clId="{A93C33B0-41B7-4001-9155-1D80187CC010}" dt="2024-05-23T19:11:31.739" v="6419" actId="1076"/>
          <ac:spMkLst>
            <pc:docMk/>
            <pc:sldMk cId="1464052766" sldId="356"/>
            <ac:spMk id="32" creationId="{AE569213-0168-50CF-0283-CDC6A9CD8759}"/>
          </ac:spMkLst>
        </pc:spChg>
        <pc:spChg chg="add mod">
          <ac:chgData name="Alexander Garzón Díaz" userId="b403c006-f34f-4db7-b6f3-551134a244f6" providerId="ADAL" clId="{A93C33B0-41B7-4001-9155-1D80187CC010}" dt="2024-05-24T06:58:56.584" v="7063" actId="478"/>
          <ac:spMkLst>
            <pc:docMk/>
            <pc:sldMk cId="1464052766" sldId="356"/>
            <ac:spMk id="34" creationId="{467B3731-A8CA-3F52-54D1-0266BB1A9E08}"/>
          </ac:spMkLst>
        </pc:spChg>
        <pc:picChg chg="mod">
          <ac:chgData name="Alexander Garzón Díaz" userId="b403c006-f34f-4db7-b6f3-551134a244f6" providerId="ADAL" clId="{A93C33B0-41B7-4001-9155-1D80187CC010}" dt="2024-05-23T19:10:26.486" v="6385" actId="1076"/>
          <ac:picMkLst>
            <pc:docMk/>
            <pc:sldMk cId="1464052766" sldId="356"/>
            <ac:picMk id="4" creationId="{36F82B84-CBFF-2AEF-9DF0-31160AC13B88}"/>
          </ac:picMkLst>
        </pc:picChg>
        <pc:picChg chg="mod">
          <ac:chgData name="Alexander Garzón Díaz" userId="b403c006-f34f-4db7-b6f3-551134a244f6" providerId="ADAL" clId="{A93C33B0-41B7-4001-9155-1D80187CC010}" dt="2024-05-23T19:06:23.548" v="6367" actId="1076"/>
          <ac:picMkLst>
            <pc:docMk/>
            <pc:sldMk cId="1464052766" sldId="356"/>
            <ac:picMk id="6" creationId="{EEC2AEFB-BFE3-8DF1-F473-0BB0A9BA99CD}"/>
          </ac:picMkLst>
        </pc:picChg>
        <pc:picChg chg="add mod">
          <ac:chgData name="Alexander Garzón Díaz" userId="b403c006-f34f-4db7-b6f3-551134a244f6" providerId="ADAL" clId="{A93C33B0-41B7-4001-9155-1D80187CC010}" dt="2024-05-23T19:08:41.632" v="6381" actId="208"/>
          <ac:picMkLst>
            <pc:docMk/>
            <pc:sldMk cId="1464052766" sldId="356"/>
            <ac:picMk id="14" creationId="{7316D219-6C08-B3BF-BAB5-F7307397BAD0}"/>
          </ac:picMkLst>
        </pc:picChg>
        <pc:picChg chg="mod">
          <ac:chgData name="Alexander Garzón Díaz" userId="b403c006-f34f-4db7-b6f3-551134a244f6" providerId="ADAL" clId="{A93C33B0-41B7-4001-9155-1D80187CC010}" dt="2024-05-23T19:06:13.090" v="6366" actId="1076"/>
          <ac:picMkLst>
            <pc:docMk/>
            <pc:sldMk cId="1464052766" sldId="356"/>
            <ac:picMk id="27" creationId="{FC862AA5-941E-358A-A7E8-23C119706402}"/>
          </ac:picMkLst>
        </pc:picChg>
        <pc:picChg chg="mod">
          <ac:chgData name="Alexander Garzón Díaz" userId="b403c006-f34f-4db7-b6f3-551134a244f6" providerId="ADAL" clId="{A93C33B0-41B7-4001-9155-1D80187CC010}" dt="2024-05-23T19:07:12.137" v="6373" actId="1076"/>
          <ac:picMkLst>
            <pc:docMk/>
            <pc:sldMk cId="1464052766" sldId="356"/>
            <ac:picMk id="31" creationId="{D28CAA23-5D08-2D1A-9F6B-CE0C37A63149}"/>
          </ac:picMkLst>
        </pc:picChg>
        <pc:cxnChg chg="mod">
          <ac:chgData name="Alexander Garzón Díaz" userId="b403c006-f34f-4db7-b6f3-551134a244f6" providerId="ADAL" clId="{A93C33B0-41B7-4001-9155-1D80187CC010}" dt="2024-05-23T19:06:23.548" v="6367" actId="1076"/>
          <ac:cxnSpMkLst>
            <pc:docMk/>
            <pc:sldMk cId="1464052766" sldId="356"/>
            <ac:cxnSpMk id="9" creationId="{50E61F8C-D639-AC64-F4F9-198E96A6556F}"/>
          </ac:cxnSpMkLst>
        </pc:cxnChg>
        <pc:cxnChg chg="mod">
          <ac:chgData name="Alexander Garzón Díaz" userId="b403c006-f34f-4db7-b6f3-551134a244f6" providerId="ADAL" clId="{A93C33B0-41B7-4001-9155-1D80187CC010}" dt="2024-05-23T19:06:23.548" v="6367" actId="1076"/>
          <ac:cxnSpMkLst>
            <pc:docMk/>
            <pc:sldMk cId="1464052766" sldId="356"/>
            <ac:cxnSpMk id="12" creationId="{E0D71DCB-7751-642D-B262-4BFE942F59B0}"/>
          </ac:cxnSpMkLst>
        </pc:cxnChg>
        <pc:cxnChg chg="add mod">
          <ac:chgData name="Alexander Garzón Díaz" userId="b403c006-f34f-4db7-b6f3-551134a244f6" providerId="ADAL" clId="{A93C33B0-41B7-4001-9155-1D80187CC010}" dt="2024-05-23T19:07:37.031" v="6377" actId="1076"/>
          <ac:cxnSpMkLst>
            <pc:docMk/>
            <pc:sldMk cId="1464052766" sldId="356"/>
            <ac:cxnSpMk id="18" creationId="{80900367-1F75-CA09-FD2B-41AE60709A78}"/>
          </ac:cxnSpMkLst>
        </pc:cxnChg>
        <pc:cxnChg chg="mod">
          <ac:chgData name="Alexander Garzón Díaz" userId="b403c006-f34f-4db7-b6f3-551134a244f6" providerId="ADAL" clId="{A93C33B0-41B7-4001-9155-1D80187CC010}" dt="2024-05-23T19:07:26.037" v="6375" actId="1076"/>
          <ac:cxnSpMkLst>
            <pc:docMk/>
            <pc:sldMk cId="1464052766" sldId="356"/>
            <ac:cxnSpMk id="21" creationId="{E341705B-4446-22AB-BD9C-C4BE03C7A879}"/>
          </ac:cxnSpMkLst>
        </pc:cxnChg>
        <pc:cxnChg chg="mod">
          <ac:chgData name="Alexander Garzón Díaz" userId="b403c006-f34f-4db7-b6f3-551134a244f6" providerId="ADAL" clId="{A93C33B0-41B7-4001-9155-1D80187CC010}" dt="2024-05-23T19:07:26.037" v="6375" actId="1076"/>
          <ac:cxnSpMkLst>
            <pc:docMk/>
            <pc:sldMk cId="1464052766" sldId="356"/>
            <ac:cxnSpMk id="24" creationId="{E2E4E383-5AC5-EC49-833B-743F35175486}"/>
          </ac:cxnSpMkLst>
        </pc:cxnChg>
        <pc:cxnChg chg="add mod">
          <ac:chgData name="Alexander Garzón Díaz" userId="b403c006-f34f-4db7-b6f3-551134a244f6" providerId="ADAL" clId="{A93C33B0-41B7-4001-9155-1D80187CC010}" dt="2024-05-23T19:07:37.031" v="6377" actId="1076"/>
          <ac:cxnSpMkLst>
            <pc:docMk/>
            <pc:sldMk cId="1464052766" sldId="356"/>
            <ac:cxnSpMk id="29" creationId="{4C4282E9-456E-67AE-9012-4928B4819C4F}"/>
          </ac:cxnSpMkLst>
        </pc:cxnChg>
      </pc:sldChg>
      <pc:sldChg chg="addSp delSp modSp add mod modTransition delAnim modAnim">
        <pc:chgData name="Alexander Garzón Díaz" userId="b403c006-f34f-4db7-b6f3-551134a244f6" providerId="ADAL" clId="{A93C33B0-41B7-4001-9155-1D80187CC010}" dt="2024-05-24T07:01:02.199" v="7105" actId="1076"/>
        <pc:sldMkLst>
          <pc:docMk/>
          <pc:sldMk cId="3914084983" sldId="357"/>
        </pc:sldMkLst>
        <pc:spChg chg="mod">
          <ac:chgData name="Alexander Garzón Díaz" userId="b403c006-f34f-4db7-b6f3-551134a244f6" providerId="ADAL" clId="{A93C33B0-41B7-4001-9155-1D80187CC010}" dt="2024-05-23T19:22:00.937" v="6466" actId="403"/>
          <ac:spMkLst>
            <pc:docMk/>
            <pc:sldMk cId="3914084983" sldId="357"/>
            <ac:spMk id="2" creationId="{8DBBA419-B116-BE5E-3AED-A9F32893AD4B}"/>
          </ac:spMkLst>
        </pc:spChg>
        <pc:spChg chg="mod">
          <ac:chgData name="Alexander Garzón Díaz" userId="b403c006-f34f-4db7-b6f3-551134a244f6" providerId="ADAL" clId="{A93C33B0-41B7-4001-9155-1D80187CC010}" dt="2024-05-23T19:30:13.504" v="6928" actId="20577"/>
          <ac:spMkLst>
            <pc:docMk/>
            <pc:sldMk cId="3914084983" sldId="357"/>
            <ac:spMk id="3" creationId="{C43CF3F9-FB21-B2E2-0D5C-9B81221D8174}"/>
          </ac:spMkLst>
        </pc:spChg>
        <pc:spChg chg="del">
          <ac:chgData name="Alexander Garzón Díaz" userId="b403c006-f34f-4db7-b6f3-551134a244f6" providerId="ADAL" clId="{A93C33B0-41B7-4001-9155-1D80187CC010}" dt="2024-05-23T19:21:13.281" v="6451" actId="478"/>
          <ac:spMkLst>
            <pc:docMk/>
            <pc:sldMk cId="3914084983" sldId="357"/>
            <ac:spMk id="4" creationId="{A23264E1-784C-AD5A-EAF5-AB4EC5B875B3}"/>
          </ac:spMkLst>
        </pc:spChg>
        <pc:spChg chg="del">
          <ac:chgData name="Alexander Garzón Díaz" userId="b403c006-f34f-4db7-b6f3-551134a244f6" providerId="ADAL" clId="{A93C33B0-41B7-4001-9155-1D80187CC010}" dt="2024-05-23T19:21:06.652" v="6449" actId="478"/>
          <ac:spMkLst>
            <pc:docMk/>
            <pc:sldMk cId="3914084983" sldId="357"/>
            <ac:spMk id="5" creationId="{8E3BE845-B448-A5D4-37BF-971D6F3C5DA1}"/>
          </ac:spMkLst>
        </pc:spChg>
        <pc:spChg chg="add mod">
          <ac:chgData name="Alexander Garzón Díaz" userId="b403c006-f34f-4db7-b6f3-551134a244f6" providerId="ADAL" clId="{A93C33B0-41B7-4001-9155-1D80187CC010}" dt="2024-05-24T07:01:02.199" v="7105" actId="1076"/>
          <ac:spMkLst>
            <pc:docMk/>
            <pc:sldMk cId="3914084983" sldId="357"/>
            <ac:spMk id="5" creationId="{E85D4011-EA04-B009-DDAC-2FE7AC2832F1}"/>
          </ac:spMkLst>
        </pc:spChg>
        <pc:spChg chg="del">
          <ac:chgData name="Alexander Garzón Díaz" userId="b403c006-f34f-4db7-b6f3-551134a244f6" providerId="ADAL" clId="{A93C33B0-41B7-4001-9155-1D80187CC010}" dt="2024-05-23T19:21:14.083" v="6452" actId="478"/>
          <ac:spMkLst>
            <pc:docMk/>
            <pc:sldMk cId="3914084983" sldId="357"/>
            <ac:spMk id="6" creationId="{398DE623-D15E-7AB1-AC88-66D7F6DD5755}"/>
          </ac:spMkLst>
        </pc:spChg>
        <pc:spChg chg="del">
          <ac:chgData name="Alexander Garzón Díaz" userId="b403c006-f34f-4db7-b6f3-551134a244f6" providerId="ADAL" clId="{A93C33B0-41B7-4001-9155-1D80187CC010}" dt="2024-05-23T19:21:03.251" v="6448" actId="478"/>
          <ac:spMkLst>
            <pc:docMk/>
            <pc:sldMk cId="3914084983" sldId="357"/>
            <ac:spMk id="7" creationId="{D9A5F40E-2DFF-0149-604F-9D7FC9F34F92}"/>
          </ac:spMkLst>
        </pc:spChg>
        <pc:spChg chg="del">
          <ac:chgData name="Alexander Garzón Díaz" userId="b403c006-f34f-4db7-b6f3-551134a244f6" providerId="ADAL" clId="{A93C33B0-41B7-4001-9155-1D80187CC010}" dt="2024-05-23T19:21:11.362" v="6450" actId="478"/>
          <ac:spMkLst>
            <pc:docMk/>
            <pc:sldMk cId="3914084983" sldId="357"/>
            <ac:spMk id="8" creationId="{8E8C92CE-D234-6D10-1645-47857C1D855B}"/>
          </ac:spMkLst>
        </pc:spChg>
        <pc:spChg chg="add mod">
          <ac:chgData name="Alexander Garzón Díaz" userId="b403c006-f34f-4db7-b6f3-551134a244f6" providerId="ADAL" clId="{A93C33B0-41B7-4001-9155-1D80187CC010}" dt="2024-05-23T19:30:08.153" v="6910" actId="20577"/>
          <ac:spMkLst>
            <pc:docMk/>
            <pc:sldMk cId="3914084983" sldId="357"/>
            <ac:spMk id="9" creationId="{645D8087-573B-E3E7-F5DC-7A60105FD578}"/>
          </ac:spMkLst>
        </pc:spChg>
        <pc:picChg chg="add mod">
          <ac:chgData name="Alexander Garzón Díaz" userId="b403c006-f34f-4db7-b6f3-551134a244f6" providerId="ADAL" clId="{A93C33B0-41B7-4001-9155-1D80187CC010}" dt="2024-05-23T19:30:22.759" v="6929" actId="1076"/>
          <ac:picMkLst>
            <pc:docMk/>
            <pc:sldMk cId="3914084983" sldId="357"/>
            <ac:picMk id="10" creationId="{51F2FBA1-B346-D145-6A77-10D8CA11759F}"/>
          </ac:picMkLst>
        </pc:picChg>
        <pc:picChg chg="add mod">
          <ac:chgData name="Alexander Garzón Díaz" userId="b403c006-f34f-4db7-b6f3-551134a244f6" providerId="ADAL" clId="{A93C33B0-41B7-4001-9155-1D80187CC010}" dt="2024-05-23T19:30:25.167" v="6930" actId="1076"/>
          <ac:picMkLst>
            <pc:docMk/>
            <pc:sldMk cId="3914084983" sldId="357"/>
            <ac:picMk id="11" creationId="{3A2AF947-237D-80B2-A1F8-107B9B96F0A0}"/>
          </ac:picMkLst>
        </pc:picChg>
      </pc:sldChg>
      <pc:sldChg chg="addSp delSp modSp new mod ord delAnim modAnim">
        <pc:chgData name="Alexander Garzón Díaz" userId="b403c006-f34f-4db7-b6f3-551134a244f6" providerId="ADAL" clId="{A93C33B0-41B7-4001-9155-1D80187CC010}" dt="2024-05-23T19:31:44.670" v="6969"/>
        <pc:sldMkLst>
          <pc:docMk/>
          <pc:sldMk cId="2159565513" sldId="358"/>
        </pc:sldMkLst>
        <pc:spChg chg="mod">
          <ac:chgData name="Alexander Garzón Díaz" userId="b403c006-f34f-4db7-b6f3-551134a244f6" providerId="ADAL" clId="{A93C33B0-41B7-4001-9155-1D80187CC010}" dt="2024-05-23T19:31:32.854" v="6965" actId="14100"/>
          <ac:spMkLst>
            <pc:docMk/>
            <pc:sldMk cId="2159565513" sldId="358"/>
            <ac:spMk id="2" creationId="{590181D2-7C90-C685-50C9-299979352276}"/>
          </ac:spMkLst>
        </pc:spChg>
        <pc:spChg chg="add del mod">
          <ac:chgData name="Alexander Garzón Díaz" userId="b403c006-f34f-4db7-b6f3-551134a244f6" providerId="ADAL" clId="{A93C33B0-41B7-4001-9155-1D80187CC010}" dt="2024-05-23T19:31:27.997" v="6964" actId="478"/>
          <ac:spMkLst>
            <pc:docMk/>
            <pc:sldMk cId="2159565513" sldId="358"/>
            <ac:spMk id="4" creationId="{4B295D50-4F3D-EC66-4BBA-4413481C6E65}"/>
          </ac:spMkLst>
        </pc:spChg>
        <pc:picChg chg="add mod">
          <ac:chgData name="Alexander Garzón Díaz" userId="b403c006-f34f-4db7-b6f3-551134a244f6" providerId="ADAL" clId="{A93C33B0-41B7-4001-9155-1D80187CC010}" dt="2024-05-23T19:31:37.179" v="6967" actId="1076"/>
          <ac:picMkLst>
            <pc:docMk/>
            <pc:sldMk cId="2159565513" sldId="358"/>
            <ac:picMk id="3" creationId="{D22BE1F8-D893-41BC-C05F-41B2DC9EEE82}"/>
          </ac:picMkLst>
        </pc:picChg>
      </pc:sldChg>
      <pc:sldChg chg="addSp delSp modSp new mod modTransition">
        <pc:chgData name="Alexander Garzón Díaz" userId="b403c006-f34f-4db7-b6f3-551134a244f6" providerId="ADAL" clId="{A93C33B0-41B7-4001-9155-1D80187CC010}" dt="2024-05-24T06:57:24.983" v="7057"/>
        <pc:sldMkLst>
          <pc:docMk/>
          <pc:sldMk cId="800981797" sldId="359"/>
        </pc:sldMkLst>
        <pc:spChg chg="mod">
          <ac:chgData name="Alexander Garzón Díaz" userId="b403c006-f34f-4db7-b6f3-551134a244f6" providerId="ADAL" clId="{A93C33B0-41B7-4001-9155-1D80187CC010}" dt="2024-05-23T19:32:21.841" v="6985" actId="20577"/>
          <ac:spMkLst>
            <pc:docMk/>
            <pc:sldMk cId="800981797" sldId="359"/>
            <ac:spMk id="2" creationId="{7314F8CA-FCFB-362E-3999-7E016C9C2614}"/>
          </ac:spMkLst>
        </pc:spChg>
        <pc:spChg chg="add del mod">
          <ac:chgData name="Alexander Garzón Díaz" userId="b403c006-f34f-4db7-b6f3-551134a244f6" providerId="ADAL" clId="{A93C33B0-41B7-4001-9155-1D80187CC010}" dt="2024-05-23T19:35:22.428" v="7018"/>
          <ac:spMkLst>
            <pc:docMk/>
            <pc:sldMk cId="800981797" sldId="359"/>
            <ac:spMk id="3" creationId="{9CB46EDD-BFB0-4504-4A2D-138D0A3C9CA3}"/>
          </ac:spMkLst>
        </pc:spChg>
        <pc:spChg chg="add mod">
          <ac:chgData name="Alexander Garzón Díaz" userId="b403c006-f34f-4db7-b6f3-551134a244f6" providerId="ADAL" clId="{A93C33B0-41B7-4001-9155-1D80187CC010}" dt="2024-05-23T19:32:41.013" v="6987"/>
          <ac:spMkLst>
            <pc:docMk/>
            <pc:sldMk cId="800981797" sldId="359"/>
            <ac:spMk id="4" creationId="{A0198841-1417-A93C-5D7B-A3A720C42ED2}"/>
          </ac:spMkLst>
        </pc:spChg>
        <pc:spChg chg="add">
          <ac:chgData name="Alexander Garzón Díaz" userId="b403c006-f34f-4db7-b6f3-551134a244f6" providerId="ADAL" clId="{A93C33B0-41B7-4001-9155-1D80187CC010}" dt="2024-05-23T19:35:18.949" v="7016"/>
          <ac:spMkLst>
            <pc:docMk/>
            <pc:sldMk cId="800981797" sldId="359"/>
            <ac:spMk id="5" creationId="{2121C73B-AEFC-76B2-70A3-8BB1F5D64E22}"/>
          </ac:spMkLst>
        </pc:spChg>
      </pc:sldChg>
      <pc:sldChg chg="modSp new mod ord modAnim">
        <pc:chgData name="Alexander Garzón Díaz" userId="b403c006-f34f-4db7-b6f3-551134a244f6" providerId="ADAL" clId="{A93C33B0-41B7-4001-9155-1D80187CC010}" dt="2024-05-30T08:28:45.518" v="7143"/>
        <pc:sldMkLst>
          <pc:docMk/>
          <pc:sldMk cId="890118687" sldId="360"/>
        </pc:sldMkLst>
        <pc:spChg chg="mod">
          <ac:chgData name="Alexander Garzón Díaz" userId="b403c006-f34f-4db7-b6f3-551134a244f6" providerId="ADAL" clId="{A93C33B0-41B7-4001-9155-1D80187CC010}" dt="2024-05-30T08:27:17.243" v="7125" actId="20577"/>
          <ac:spMkLst>
            <pc:docMk/>
            <pc:sldMk cId="890118687" sldId="360"/>
            <ac:spMk id="2" creationId="{E32429C9-22C3-3B55-638F-D35A720355D7}"/>
          </ac:spMkLst>
        </pc:spChg>
        <pc:spChg chg="mod">
          <ac:chgData name="Alexander Garzón Díaz" userId="b403c006-f34f-4db7-b6f3-551134a244f6" providerId="ADAL" clId="{A93C33B0-41B7-4001-9155-1D80187CC010}" dt="2024-05-30T08:28:34.032" v="7142" actId="20577"/>
          <ac:spMkLst>
            <pc:docMk/>
            <pc:sldMk cId="890118687" sldId="360"/>
            <ac:spMk id="3" creationId="{ABD06B16-2E4D-1C74-959F-8C598116FF80}"/>
          </ac:spMkLst>
        </pc:spChg>
      </pc:sldChg>
      <pc:sldChg chg="new del">
        <pc:chgData name="Alexander Garzón Díaz" userId="b403c006-f34f-4db7-b6f3-551134a244f6" providerId="ADAL" clId="{A93C33B0-41B7-4001-9155-1D80187CC010}" dt="2024-05-30T08:27:10.368" v="7107" actId="47"/>
        <pc:sldMkLst>
          <pc:docMk/>
          <pc:sldMk cId="2660280679" sldId="360"/>
        </pc:sldMkLst>
      </pc:sldChg>
      <pc:sldMasterChg chg="delSldLayout modSldLayout sldLayoutOrd">
        <pc:chgData name="Alexander Garzón Díaz" userId="b403c006-f34f-4db7-b6f3-551134a244f6" providerId="ADAL" clId="{A93C33B0-41B7-4001-9155-1D80187CC010}" dt="2024-05-24T06:46:41.289" v="7040" actId="47"/>
        <pc:sldMasterMkLst>
          <pc:docMk/>
          <pc:sldMasterMk cId="0" sldId="2147483648"/>
        </pc:sldMasterMkLst>
        <pc:sldLayoutChg chg="del">
          <pc:chgData name="Alexander Garzón Díaz" userId="b403c006-f34f-4db7-b6f3-551134a244f6" providerId="ADAL" clId="{A93C33B0-41B7-4001-9155-1D80187CC010}" dt="2024-05-04T08:45:04.045" v="0" actId="47"/>
          <pc:sldLayoutMkLst>
            <pc:docMk/>
            <pc:sldMasterMk cId="0" sldId="2147483648"/>
            <pc:sldLayoutMk cId="0" sldId="2147483649"/>
          </pc:sldLayoutMkLst>
        </pc:sldLayoutChg>
        <pc:sldLayoutChg chg="ord">
          <pc:chgData name="Alexander Garzón Díaz" userId="b403c006-f34f-4db7-b6f3-551134a244f6" providerId="ADAL" clId="{A93C33B0-41B7-4001-9155-1D80187CC010}" dt="2024-05-04T09:22:27.211" v="258" actId="20578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Alexander Garzón Díaz" userId="b403c006-f34f-4db7-b6f3-551134a244f6" providerId="ADAL" clId="{A93C33B0-41B7-4001-9155-1D80187CC010}" dt="2024-05-24T06:46:33.291" v="7029" actId="47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Alexander Garzón Díaz" userId="b403c006-f34f-4db7-b6f3-551134a244f6" providerId="ADAL" clId="{A93C33B0-41B7-4001-9155-1D80187CC010}" dt="2024-05-24T06:46:33.717" v="7030" actId="47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Alexander Garzón Díaz" userId="b403c006-f34f-4db7-b6f3-551134a244f6" providerId="ADAL" clId="{A93C33B0-41B7-4001-9155-1D80187CC010}" dt="2024-05-24T06:46:34.265" v="7031" actId="47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Alexander Garzón Díaz" userId="b403c006-f34f-4db7-b6f3-551134a244f6" providerId="ADAL" clId="{A93C33B0-41B7-4001-9155-1D80187CC010}" dt="2024-05-24T06:46:34.896" v="7032" actId="47"/>
          <pc:sldLayoutMkLst>
            <pc:docMk/>
            <pc:sldMasterMk cId="0" sldId="2147483648"/>
            <pc:sldLayoutMk cId="0" sldId="2147483660"/>
          </pc:sldLayoutMkLst>
        </pc:sldLayoutChg>
        <pc:sldLayoutChg chg="del">
          <pc:chgData name="Alexander Garzón Díaz" userId="b403c006-f34f-4db7-b6f3-551134a244f6" providerId="ADAL" clId="{A93C33B0-41B7-4001-9155-1D80187CC010}" dt="2024-05-24T06:46:35.522" v="7033" actId="47"/>
          <pc:sldLayoutMkLst>
            <pc:docMk/>
            <pc:sldMasterMk cId="0" sldId="2147483648"/>
            <pc:sldLayoutMk cId="0" sldId="2147483661"/>
          </pc:sldLayoutMkLst>
        </pc:sldLayoutChg>
        <pc:sldLayoutChg chg="del">
          <pc:chgData name="Alexander Garzón Díaz" userId="b403c006-f34f-4db7-b6f3-551134a244f6" providerId="ADAL" clId="{A93C33B0-41B7-4001-9155-1D80187CC010}" dt="2024-05-24T06:46:36.575" v="7034" actId="47"/>
          <pc:sldLayoutMkLst>
            <pc:docMk/>
            <pc:sldMasterMk cId="0" sldId="2147483648"/>
            <pc:sldLayoutMk cId="0" sldId="2147483662"/>
          </pc:sldLayoutMkLst>
        </pc:sldLayoutChg>
        <pc:sldLayoutChg chg="del">
          <pc:chgData name="Alexander Garzón Díaz" userId="b403c006-f34f-4db7-b6f3-551134a244f6" providerId="ADAL" clId="{A93C33B0-41B7-4001-9155-1D80187CC010}" dt="2024-05-24T06:46:37.511" v="7035" actId="47"/>
          <pc:sldLayoutMkLst>
            <pc:docMk/>
            <pc:sldMasterMk cId="0" sldId="2147483648"/>
            <pc:sldLayoutMk cId="0" sldId="2147483663"/>
          </pc:sldLayoutMkLst>
        </pc:sldLayoutChg>
        <pc:sldLayoutChg chg="del">
          <pc:chgData name="Alexander Garzón Díaz" userId="b403c006-f34f-4db7-b6f3-551134a244f6" providerId="ADAL" clId="{A93C33B0-41B7-4001-9155-1D80187CC010}" dt="2024-05-24T06:46:38.639" v="7036" actId="47"/>
          <pc:sldLayoutMkLst>
            <pc:docMk/>
            <pc:sldMasterMk cId="0" sldId="2147483648"/>
            <pc:sldLayoutMk cId="0" sldId="2147483664"/>
          </pc:sldLayoutMkLst>
        </pc:sldLayoutChg>
        <pc:sldLayoutChg chg="del">
          <pc:chgData name="Alexander Garzón Díaz" userId="b403c006-f34f-4db7-b6f3-551134a244f6" providerId="ADAL" clId="{A93C33B0-41B7-4001-9155-1D80187CC010}" dt="2024-05-24T06:46:39.252" v="7037" actId="47"/>
          <pc:sldLayoutMkLst>
            <pc:docMk/>
            <pc:sldMasterMk cId="0" sldId="2147483648"/>
            <pc:sldLayoutMk cId="0" sldId="2147483665"/>
          </pc:sldLayoutMkLst>
        </pc:sldLayoutChg>
        <pc:sldLayoutChg chg="del">
          <pc:chgData name="Alexander Garzón Díaz" userId="b403c006-f34f-4db7-b6f3-551134a244f6" providerId="ADAL" clId="{A93C33B0-41B7-4001-9155-1D80187CC010}" dt="2024-05-24T06:46:39.870" v="7038" actId="47"/>
          <pc:sldLayoutMkLst>
            <pc:docMk/>
            <pc:sldMasterMk cId="0" sldId="2147483648"/>
            <pc:sldLayoutMk cId="0" sldId="2147483666"/>
          </pc:sldLayoutMkLst>
        </pc:sldLayoutChg>
        <pc:sldLayoutChg chg="del">
          <pc:chgData name="Alexander Garzón Díaz" userId="b403c006-f34f-4db7-b6f3-551134a244f6" providerId="ADAL" clId="{A93C33B0-41B7-4001-9155-1D80187CC010}" dt="2024-05-24T06:46:40.509" v="7039" actId="47"/>
          <pc:sldLayoutMkLst>
            <pc:docMk/>
            <pc:sldMasterMk cId="0" sldId="2147483648"/>
            <pc:sldLayoutMk cId="0" sldId="2147483667"/>
          </pc:sldLayoutMkLst>
        </pc:sldLayoutChg>
        <pc:sldLayoutChg chg="del">
          <pc:chgData name="Alexander Garzón Díaz" userId="b403c006-f34f-4db7-b6f3-551134a244f6" providerId="ADAL" clId="{A93C33B0-41B7-4001-9155-1D80187CC010}" dt="2024-05-04T08:45:06.949" v="1" actId="47"/>
          <pc:sldLayoutMkLst>
            <pc:docMk/>
            <pc:sldMasterMk cId="0" sldId="2147483648"/>
            <pc:sldLayoutMk cId="3228771195" sldId="2147483672"/>
          </pc:sldLayoutMkLst>
        </pc:sldLayoutChg>
        <pc:sldLayoutChg chg="del">
          <pc:chgData name="Alexander Garzón Díaz" userId="b403c006-f34f-4db7-b6f3-551134a244f6" providerId="ADAL" clId="{A93C33B0-41B7-4001-9155-1D80187CC010}" dt="2024-05-24T06:46:32.118" v="7027" actId="47"/>
          <pc:sldLayoutMkLst>
            <pc:docMk/>
            <pc:sldMasterMk cId="0" sldId="2147483648"/>
            <pc:sldLayoutMk cId="109309552" sldId="2147483673"/>
          </pc:sldLayoutMkLst>
        </pc:sldLayoutChg>
        <pc:sldLayoutChg chg="del">
          <pc:chgData name="Alexander Garzón Díaz" userId="b403c006-f34f-4db7-b6f3-551134a244f6" providerId="ADAL" clId="{A93C33B0-41B7-4001-9155-1D80187CC010}" dt="2024-05-24T06:46:41.289" v="7040" actId="47"/>
          <pc:sldLayoutMkLst>
            <pc:docMk/>
            <pc:sldMasterMk cId="0" sldId="2147483648"/>
            <pc:sldLayoutMk cId="1957991881" sldId="2147483674"/>
          </pc:sldLayoutMkLst>
        </pc:sldLayoutChg>
      </pc:sldMasterChg>
      <pc:sldMasterChg chg="new del mod addSldLayout delSldLayout">
        <pc:chgData name="Alexander Garzón Díaz" userId="b403c006-f34f-4db7-b6f3-551134a244f6" providerId="ADAL" clId="{A93C33B0-41B7-4001-9155-1D80187CC010}" dt="2024-05-04T09:22:25.113" v="257" actId="6938"/>
        <pc:sldMasterMkLst>
          <pc:docMk/>
          <pc:sldMasterMk cId="1941328928" sldId="2147483676"/>
        </pc:sldMasterMkLst>
        <pc:sldLayoutChg chg="new del replId">
          <pc:chgData name="Alexander Garzón Díaz" userId="b403c006-f34f-4db7-b6f3-551134a244f6" providerId="ADAL" clId="{A93C33B0-41B7-4001-9155-1D80187CC010}" dt="2024-05-04T09:22:25.113" v="257" actId="6938"/>
          <pc:sldLayoutMkLst>
            <pc:docMk/>
            <pc:sldMasterMk cId="1941328928" sldId="2147483676"/>
            <pc:sldLayoutMk cId="1375508175" sldId="2147483677"/>
          </pc:sldLayoutMkLst>
        </pc:sldLayoutChg>
        <pc:sldLayoutChg chg="new del replId">
          <pc:chgData name="Alexander Garzón Díaz" userId="b403c006-f34f-4db7-b6f3-551134a244f6" providerId="ADAL" clId="{A93C33B0-41B7-4001-9155-1D80187CC010}" dt="2024-05-04T09:22:25.113" v="257" actId="6938"/>
          <pc:sldLayoutMkLst>
            <pc:docMk/>
            <pc:sldMasterMk cId="1941328928" sldId="2147483676"/>
            <pc:sldLayoutMk cId="238105635" sldId="2147483678"/>
          </pc:sldLayoutMkLst>
        </pc:sldLayoutChg>
        <pc:sldLayoutChg chg="new del replId">
          <pc:chgData name="Alexander Garzón Díaz" userId="b403c006-f34f-4db7-b6f3-551134a244f6" providerId="ADAL" clId="{A93C33B0-41B7-4001-9155-1D80187CC010}" dt="2024-05-04T09:22:25.113" v="257" actId="6938"/>
          <pc:sldLayoutMkLst>
            <pc:docMk/>
            <pc:sldMasterMk cId="1941328928" sldId="2147483676"/>
            <pc:sldLayoutMk cId="4129648624" sldId="2147483679"/>
          </pc:sldLayoutMkLst>
        </pc:sldLayoutChg>
        <pc:sldLayoutChg chg="new del replId">
          <pc:chgData name="Alexander Garzón Díaz" userId="b403c006-f34f-4db7-b6f3-551134a244f6" providerId="ADAL" clId="{A93C33B0-41B7-4001-9155-1D80187CC010}" dt="2024-05-04T09:22:25.113" v="257" actId="6938"/>
          <pc:sldLayoutMkLst>
            <pc:docMk/>
            <pc:sldMasterMk cId="1941328928" sldId="2147483676"/>
            <pc:sldLayoutMk cId="4115049283" sldId="2147483680"/>
          </pc:sldLayoutMkLst>
        </pc:sldLayoutChg>
        <pc:sldLayoutChg chg="new del replId">
          <pc:chgData name="Alexander Garzón Díaz" userId="b403c006-f34f-4db7-b6f3-551134a244f6" providerId="ADAL" clId="{A93C33B0-41B7-4001-9155-1D80187CC010}" dt="2024-05-04T09:22:25.113" v="257" actId="6938"/>
          <pc:sldLayoutMkLst>
            <pc:docMk/>
            <pc:sldMasterMk cId="1941328928" sldId="2147483676"/>
            <pc:sldLayoutMk cId="3896741338" sldId="2147483681"/>
          </pc:sldLayoutMkLst>
        </pc:sldLayoutChg>
        <pc:sldLayoutChg chg="new del replId">
          <pc:chgData name="Alexander Garzón Díaz" userId="b403c006-f34f-4db7-b6f3-551134a244f6" providerId="ADAL" clId="{A93C33B0-41B7-4001-9155-1D80187CC010}" dt="2024-05-04T09:22:25.113" v="257" actId="6938"/>
          <pc:sldLayoutMkLst>
            <pc:docMk/>
            <pc:sldMasterMk cId="1941328928" sldId="2147483676"/>
            <pc:sldLayoutMk cId="2368310296" sldId="2147483682"/>
          </pc:sldLayoutMkLst>
        </pc:sldLayoutChg>
        <pc:sldLayoutChg chg="new del replId">
          <pc:chgData name="Alexander Garzón Díaz" userId="b403c006-f34f-4db7-b6f3-551134a244f6" providerId="ADAL" clId="{A93C33B0-41B7-4001-9155-1D80187CC010}" dt="2024-05-04T09:22:25.113" v="257" actId="6938"/>
          <pc:sldLayoutMkLst>
            <pc:docMk/>
            <pc:sldMasterMk cId="1941328928" sldId="2147483676"/>
            <pc:sldLayoutMk cId="1118264378" sldId="2147483683"/>
          </pc:sldLayoutMkLst>
        </pc:sldLayoutChg>
        <pc:sldLayoutChg chg="new del replId">
          <pc:chgData name="Alexander Garzón Díaz" userId="b403c006-f34f-4db7-b6f3-551134a244f6" providerId="ADAL" clId="{A93C33B0-41B7-4001-9155-1D80187CC010}" dt="2024-05-04T09:22:25.113" v="257" actId="6938"/>
          <pc:sldLayoutMkLst>
            <pc:docMk/>
            <pc:sldMasterMk cId="1941328928" sldId="2147483676"/>
            <pc:sldLayoutMk cId="117453919" sldId="2147483684"/>
          </pc:sldLayoutMkLst>
        </pc:sldLayoutChg>
        <pc:sldLayoutChg chg="new del replId">
          <pc:chgData name="Alexander Garzón Díaz" userId="b403c006-f34f-4db7-b6f3-551134a244f6" providerId="ADAL" clId="{A93C33B0-41B7-4001-9155-1D80187CC010}" dt="2024-05-04T09:22:25.113" v="257" actId="6938"/>
          <pc:sldLayoutMkLst>
            <pc:docMk/>
            <pc:sldMasterMk cId="1941328928" sldId="2147483676"/>
            <pc:sldLayoutMk cId="1483704071" sldId="2147483685"/>
          </pc:sldLayoutMkLst>
        </pc:sldLayoutChg>
        <pc:sldLayoutChg chg="new del replId">
          <pc:chgData name="Alexander Garzón Díaz" userId="b403c006-f34f-4db7-b6f3-551134a244f6" providerId="ADAL" clId="{A93C33B0-41B7-4001-9155-1D80187CC010}" dt="2024-05-04T09:22:25.113" v="257" actId="6938"/>
          <pc:sldLayoutMkLst>
            <pc:docMk/>
            <pc:sldMasterMk cId="1941328928" sldId="2147483676"/>
            <pc:sldLayoutMk cId="3648679261" sldId="2147483686"/>
          </pc:sldLayoutMkLst>
        </pc:sldLayoutChg>
        <pc:sldLayoutChg chg="new del replId">
          <pc:chgData name="Alexander Garzón Díaz" userId="b403c006-f34f-4db7-b6f3-551134a244f6" providerId="ADAL" clId="{A93C33B0-41B7-4001-9155-1D80187CC010}" dt="2024-05-04T09:22:25.113" v="257" actId="6938"/>
          <pc:sldLayoutMkLst>
            <pc:docMk/>
            <pc:sldMasterMk cId="1941328928" sldId="2147483676"/>
            <pc:sldLayoutMk cId="1520997093" sldId="2147483687"/>
          </pc:sldLayoutMkLst>
        </pc:sldLayoutChg>
      </pc:sldMasterChg>
      <pc:sldMasterChg chg="addSp modSldLayout">
        <pc:chgData name="Alexander Garzón Díaz" userId="b403c006-f34f-4db7-b6f3-551134a244f6" providerId="ADAL" clId="{A93C33B0-41B7-4001-9155-1D80187CC010}" dt="2024-05-04T09:20:32.744" v="253"/>
        <pc:sldMasterMkLst>
          <pc:docMk/>
          <pc:sldMasterMk cId="3322912943" sldId="2147483676"/>
        </pc:sldMasterMkLst>
        <pc:grpChg chg="add">
          <ac:chgData name="Alexander Garzón Díaz" userId="b403c006-f34f-4db7-b6f3-551134a244f6" providerId="ADAL" clId="{A93C33B0-41B7-4001-9155-1D80187CC010}" dt="2024-05-04T09:20:15.088" v="206"/>
          <ac:grpSpMkLst>
            <pc:docMk/>
            <pc:sldMasterMk cId="3322912943" sldId="2147483676"/>
            <ac:grpSpMk id="7" creationId="{50B76F2A-65AE-E654-2C0F-F6ADE1BF8973}"/>
          </ac:grpSpMkLst>
        </pc:grpChg>
        <pc:sldLayoutChg chg="modTransition">
          <pc:chgData name="Alexander Garzón Díaz" userId="b403c006-f34f-4db7-b6f3-551134a244f6" providerId="ADAL" clId="{A93C33B0-41B7-4001-9155-1D80187CC010}" dt="2024-05-04T09:20:32.744" v="253"/>
          <pc:sldLayoutMkLst>
            <pc:docMk/>
            <pc:sldMasterMk cId="0" sldId="2147483648"/>
            <pc:sldLayoutMk cId="0" sldId="2147483650"/>
          </pc:sldLayoutMkLst>
        </pc:sldLayoutChg>
        <pc:sldLayoutChg chg="addSp delSp">
          <pc:chgData name="Alexander Garzón Díaz" userId="b403c006-f34f-4db7-b6f3-551134a244f6" providerId="ADAL" clId="{A93C33B0-41B7-4001-9155-1D80187CC010}" dt="2024-05-04T09:20:32.744" v="253"/>
          <pc:sldLayoutMkLst>
            <pc:docMk/>
            <pc:sldMasterMk cId="3322912943" sldId="2147483676"/>
            <pc:sldLayoutMk cId="1473187043" sldId="2147483689"/>
          </pc:sldLayoutMkLst>
          <pc:spChg chg="add del">
            <ac:chgData name="Alexander Garzón Díaz" userId="b403c006-f34f-4db7-b6f3-551134a244f6" providerId="ADAL" clId="{A93C33B0-41B7-4001-9155-1D80187CC010}" dt="2024-05-04T09:20:32.744" v="253"/>
            <ac:spMkLst>
              <pc:docMk/>
              <pc:sldMasterMk cId="3322912943" sldId="2147483676"/>
              <pc:sldLayoutMk cId="1473187043" sldId="2147483689"/>
              <ac:spMk id="375" creationId="{00000000-0000-0000-0000-000000000000}"/>
            </ac:spMkLst>
          </pc:spChg>
          <pc:grpChg chg="add del">
            <ac:chgData name="Alexander Garzón Díaz" userId="b403c006-f34f-4db7-b6f3-551134a244f6" providerId="ADAL" clId="{A93C33B0-41B7-4001-9155-1D80187CC010}" dt="2024-05-04T09:20:32.744" v="253"/>
            <ac:grpSpMkLst>
              <pc:docMk/>
              <pc:sldMasterMk cId="3322912943" sldId="2147483676"/>
              <pc:sldLayoutMk cId="1473187043" sldId="2147483689"/>
              <ac:grpSpMk id="371" creationId="{00000000-0000-0000-0000-000000000000}"/>
            </ac:grpSpMkLst>
          </pc:grpChg>
        </pc:sldLayoutChg>
        <pc:sldLayoutChg chg="addSp delSp">
          <pc:chgData name="Alexander Garzón Díaz" userId="b403c006-f34f-4db7-b6f3-551134a244f6" providerId="ADAL" clId="{A93C33B0-41B7-4001-9155-1D80187CC010}" dt="2024-05-04T09:20:32.744" v="253"/>
          <pc:sldLayoutMkLst>
            <pc:docMk/>
            <pc:sldMasterMk cId="3322912943" sldId="2147483676"/>
            <pc:sldLayoutMk cId="3275632370" sldId="2147483691"/>
          </pc:sldLayoutMkLst>
          <pc:spChg chg="add del">
            <ac:chgData name="Alexander Garzón Díaz" userId="b403c006-f34f-4db7-b6f3-551134a244f6" providerId="ADAL" clId="{A93C33B0-41B7-4001-9155-1D80187CC010}" dt="2024-05-04T09:20:32.744" v="253"/>
            <ac:spMkLst>
              <pc:docMk/>
              <pc:sldMasterMk cId="3322912943" sldId="2147483676"/>
              <pc:sldLayoutMk cId="3275632370" sldId="2147483691"/>
              <ac:spMk id="694" creationId="{00000000-0000-0000-0000-000000000000}"/>
            </ac:spMkLst>
          </pc:spChg>
          <pc:grpChg chg="add del">
            <ac:chgData name="Alexander Garzón Díaz" userId="b403c006-f34f-4db7-b6f3-551134a244f6" providerId="ADAL" clId="{A93C33B0-41B7-4001-9155-1D80187CC010}" dt="2024-05-04T09:20:32.744" v="253"/>
            <ac:grpSpMkLst>
              <pc:docMk/>
              <pc:sldMasterMk cId="3322912943" sldId="2147483676"/>
              <pc:sldLayoutMk cId="3275632370" sldId="2147483691"/>
              <ac:grpSpMk id="692" creationId="{00000000-0000-0000-0000-000000000000}"/>
            </ac:grpSpMkLst>
          </pc:grpChg>
        </pc:sldLayoutChg>
        <pc:sldLayoutChg chg="addSp delSp">
          <pc:chgData name="Alexander Garzón Díaz" userId="b403c006-f34f-4db7-b6f3-551134a244f6" providerId="ADAL" clId="{A93C33B0-41B7-4001-9155-1D80187CC010}" dt="2024-05-04T09:20:32.744" v="253"/>
          <pc:sldLayoutMkLst>
            <pc:docMk/>
            <pc:sldMasterMk cId="3322912943" sldId="2147483676"/>
            <pc:sldLayoutMk cId="3779590397" sldId="2147483692"/>
          </pc:sldLayoutMkLst>
          <pc:spChg chg="add del">
            <ac:chgData name="Alexander Garzón Díaz" userId="b403c006-f34f-4db7-b6f3-551134a244f6" providerId="ADAL" clId="{A93C33B0-41B7-4001-9155-1D80187CC010}" dt="2024-05-04T09:20:32.744" v="253"/>
            <ac:spMkLst>
              <pc:docMk/>
              <pc:sldMasterMk cId="3322912943" sldId="2147483676"/>
              <pc:sldLayoutMk cId="3779590397" sldId="2147483692"/>
              <ac:spMk id="858" creationId="{00000000-0000-0000-0000-000000000000}"/>
            </ac:spMkLst>
          </pc:spChg>
          <pc:spChg chg="add del">
            <ac:chgData name="Alexander Garzón Díaz" userId="b403c006-f34f-4db7-b6f3-551134a244f6" providerId="ADAL" clId="{A93C33B0-41B7-4001-9155-1D80187CC010}" dt="2024-05-04T09:20:32.744" v="253"/>
            <ac:spMkLst>
              <pc:docMk/>
              <pc:sldMasterMk cId="3322912943" sldId="2147483676"/>
              <pc:sldLayoutMk cId="3779590397" sldId="2147483692"/>
              <ac:spMk id="863" creationId="{00000000-0000-0000-0000-000000000000}"/>
            </ac:spMkLst>
          </pc:spChg>
          <pc:grpChg chg="add del">
            <ac:chgData name="Alexander Garzón Díaz" userId="b403c006-f34f-4db7-b6f3-551134a244f6" providerId="ADAL" clId="{A93C33B0-41B7-4001-9155-1D80187CC010}" dt="2024-05-04T09:20:32.744" v="253"/>
            <ac:grpSpMkLst>
              <pc:docMk/>
              <pc:sldMasterMk cId="3322912943" sldId="2147483676"/>
              <pc:sldLayoutMk cId="3779590397" sldId="2147483692"/>
              <ac:grpSpMk id="857" creationId="{00000000-0000-0000-0000-000000000000}"/>
            </ac:grpSpMkLst>
          </pc:grpChg>
        </pc:sldLayoutChg>
        <pc:sldLayoutChg chg="addSp delSp">
          <pc:chgData name="Alexander Garzón Díaz" userId="b403c006-f34f-4db7-b6f3-551134a244f6" providerId="ADAL" clId="{A93C33B0-41B7-4001-9155-1D80187CC010}" dt="2024-05-04T09:20:32.744" v="253"/>
          <pc:sldLayoutMkLst>
            <pc:docMk/>
            <pc:sldMasterMk cId="3322912943" sldId="2147483676"/>
            <pc:sldLayoutMk cId="4168052283" sldId="2147483696"/>
          </pc:sldLayoutMkLst>
          <pc:spChg chg="add del">
            <ac:chgData name="Alexander Garzón Díaz" userId="b403c006-f34f-4db7-b6f3-551134a244f6" providerId="ADAL" clId="{A93C33B0-41B7-4001-9155-1D80187CC010}" dt="2024-05-04T09:20:32.744" v="253"/>
            <ac:spMkLst>
              <pc:docMk/>
              <pc:sldMasterMk cId="3322912943" sldId="2147483676"/>
              <pc:sldLayoutMk cId="4168052283" sldId="2147483696"/>
              <ac:spMk id="1859" creationId="{00000000-0000-0000-0000-000000000000}"/>
            </ac:spMkLst>
          </pc:spChg>
          <pc:spChg chg="add del">
            <ac:chgData name="Alexander Garzón Díaz" userId="b403c006-f34f-4db7-b6f3-551134a244f6" providerId="ADAL" clId="{A93C33B0-41B7-4001-9155-1D80187CC010}" dt="2024-05-04T09:20:32.744" v="253"/>
            <ac:spMkLst>
              <pc:docMk/>
              <pc:sldMasterMk cId="3322912943" sldId="2147483676"/>
              <pc:sldLayoutMk cId="4168052283" sldId="2147483696"/>
              <ac:spMk id="1861" creationId="{00000000-0000-0000-0000-000000000000}"/>
            </ac:spMkLst>
          </pc:spChg>
          <pc:grpChg chg="add del">
            <ac:chgData name="Alexander Garzón Díaz" userId="b403c006-f34f-4db7-b6f3-551134a244f6" providerId="ADAL" clId="{A93C33B0-41B7-4001-9155-1D80187CC010}" dt="2024-05-04T09:20:32.744" v="253"/>
            <ac:grpSpMkLst>
              <pc:docMk/>
              <pc:sldMasterMk cId="3322912943" sldId="2147483676"/>
              <pc:sldLayoutMk cId="4168052283" sldId="2147483696"/>
              <ac:grpSpMk id="1858" creationId="{00000000-0000-0000-0000-000000000000}"/>
            </ac:grpSpMkLst>
          </pc:grpChg>
        </pc:sldLayoutChg>
        <pc:sldLayoutChg chg="addSp delSp">
          <pc:chgData name="Alexander Garzón Díaz" userId="b403c006-f34f-4db7-b6f3-551134a244f6" providerId="ADAL" clId="{A93C33B0-41B7-4001-9155-1D80187CC010}" dt="2024-05-04T09:20:32.744" v="253"/>
          <pc:sldLayoutMkLst>
            <pc:docMk/>
            <pc:sldMasterMk cId="3322912943" sldId="2147483676"/>
            <pc:sldLayoutMk cId="1063806607" sldId="2147483699"/>
          </pc:sldLayoutMkLst>
          <pc:spChg chg="add del">
            <ac:chgData name="Alexander Garzón Díaz" userId="b403c006-f34f-4db7-b6f3-551134a244f6" providerId="ADAL" clId="{A93C33B0-41B7-4001-9155-1D80187CC010}" dt="2024-05-04T09:20:32.744" v="253"/>
            <ac:spMkLst>
              <pc:docMk/>
              <pc:sldMasterMk cId="3322912943" sldId="2147483676"/>
              <pc:sldLayoutMk cId="1063806607" sldId="2147483699"/>
              <ac:spMk id="2334" creationId="{00000000-0000-0000-0000-000000000000}"/>
            </ac:spMkLst>
          </pc:spChg>
          <pc:grpChg chg="add del">
            <ac:chgData name="Alexander Garzón Díaz" userId="b403c006-f34f-4db7-b6f3-551134a244f6" providerId="ADAL" clId="{A93C33B0-41B7-4001-9155-1D80187CC010}" dt="2024-05-04T09:20:32.744" v="253"/>
            <ac:grpSpMkLst>
              <pc:docMk/>
              <pc:sldMasterMk cId="3322912943" sldId="2147483676"/>
              <pc:sldLayoutMk cId="1063806607" sldId="2147483699"/>
              <ac:grpSpMk id="2331" creationId="{00000000-0000-0000-0000-000000000000}"/>
            </ac:grpSpMkLst>
          </pc:grpChg>
        </pc:sldLayoutChg>
      </pc:sldMasterChg>
      <pc:sldMasterChg chg="addSp">
        <pc:chgData name="Alexander Garzón Díaz" userId="b403c006-f34f-4db7-b6f3-551134a244f6" providerId="ADAL" clId="{A93C33B0-41B7-4001-9155-1D80187CC010}" dt="2024-05-04T09:20:15.274" v="207"/>
        <pc:sldMasterMkLst>
          <pc:docMk/>
          <pc:sldMasterMk cId="2300902176" sldId="2147483702"/>
        </pc:sldMasterMkLst>
        <pc:grpChg chg="add">
          <ac:chgData name="Alexander Garzón Díaz" userId="b403c006-f34f-4db7-b6f3-551134a244f6" providerId="ADAL" clId="{A93C33B0-41B7-4001-9155-1D80187CC010}" dt="2024-05-04T09:20:15.274" v="207"/>
          <ac:grpSpMkLst>
            <pc:docMk/>
            <pc:sldMasterMk cId="2300902176" sldId="2147483702"/>
            <ac:grpSpMk id="7" creationId="{C700F7AE-4C11-B048-4851-7B65D40F2848}"/>
          </ac:grpSpMkLst>
        </pc:grpChg>
      </pc:sldMasterChg>
    </pc:docChg>
  </pc:docChgLst>
  <pc:docChgLst>
    <pc:chgData name="Alexander Garzón Díaz" userId="b403c006-f34f-4db7-b6f3-551134a244f6" providerId="ADAL" clId="{2AF14490-6D3F-A54E-8651-3AEC57FBD970}"/>
    <pc:docChg chg="custSel modSld">
      <pc:chgData name="Alexander Garzón Díaz" userId="b403c006-f34f-4db7-b6f3-551134a244f6" providerId="ADAL" clId="{2AF14490-6D3F-A54E-8651-3AEC57FBD970}" dt="2024-05-19T05:10:42.101" v="3" actId="313"/>
      <pc:docMkLst>
        <pc:docMk/>
      </pc:docMkLst>
      <pc:sldChg chg="modSp">
        <pc:chgData name="Alexander Garzón Díaz" userId="b403c006-f34f-4db7-b6f3-551134a244f6" providerId="ADAL" clId="{2AF14490-6D3F-A54E-8651-3AEC57FBD970}" dt="2024-05-19T05:10:42.101" v="3" actId="313"/>
        <pc:sldMkLst>
          <pc:docMk/>
          <pc:sldMk cId="2987209128" sldId="316"/>
        </pc:sldMkLst>
        <pc:spChg chg="mod">
          <ac:chgData name="Alexander Garzón Díaz" userId="b403c006-f34f-4db7-b6f3-551134a244f6" providerId="ADAL" clId="{2AF14490-6D3F-A54E-8651-3AEC57FBD970}" dt="2024-05-19T05:10:42.101" v="3" actId="313"/>
          <ac:spMkLst>
            <pc:docMk/>
            <pc:sldMk cId="2987209128" sldId="316"/>
            <ac:spMk id="3" creationId="{607D9153-3720-80E3-E095-39BC408E64B0}"/>
          </ac:spMkLst>
        </pc:spChg>
      </pc:sldChg>
    </pc:docChg>
  </pc:docChgLst>
  <pc:docChgLst>
    <pc:chgData name="Alexander Garzón Díaz" userId="b403c006-f34f-4db7-b6f3-551134a244f6" providerId="ADAL" clId="{0A195856-E0B7-4C94-8529-7D307980B850}"/>
    <pc:docChg chg="modSld">
      <pc:chgData name="Alexander Garzón Díaz" userId="b403c006-f34f-4db7-b6f3-551134a244f6" providerId="ADAL" clId="{0A195856-E0B7-4C94-8529-7D307980B850}" dt="2024-11-05T13:10:03.211" v="10" actId="1076"/>
      <pc:docMkLst>
        <pc:docMk/>
      </pc:docMkLst>
      <pc:sldChg chg="modSp mod">
        <pc:chgData name="Alexander Garzón Díaz" userId="b403c006-f34f-4db7-b6f3-551134a244f6" providerId="ADAL" clId="{0A195856-E0B7-4C94-8529-7D307980B850}" dt="2024-11-05T13:10:03.211" v="10" actId="1076"/>
        <pc:sldMkLst>
          <pc:docMk/>
          <pc:sldMk cId="888431539" sldId="314"/>
        </pc:sldMkLst>
        <pc:spChg chg="mod">
          <ac:chgData name="Alexander Garzón Díaz" userId="b403c006-f34f-4db7-b6f3-551134a244f6" providerId="ADAL" clId="{0A195856-E0B7-4C94-8529-7D307980B850}" dt="2024-11-05T13:09:44.294" v="5" actId="1076"/>
          <ac:spMkLst>
            <pc:docMk/>
            <pc:sldMk cId="888431539" sldId="314"/>
            <ac:spMk id="3" creationId="{86C1FCC7-EAF2-36FA-60F9-5704DA742E02}"/>
          </ac:spMkLst>
        </pc:spChg>
        <pc:spChg chg="mod">
          <ac:chgData name="Alexander Garzón Díaz" userId="b403c006-f34f-4db7-b6f3-551134a244f6" providerId="ADAL" clId="{0A195856-E0B7-4C94-8529-7D307980B850}" dt="2024-11-05T13:09:41.596" v="4" actId="1076"/>
          <ac:spMkLst>
            <pc:docMk/>
            <pc:sldMk cId="888431539" sldId="314"/>
            <ac:spMk id="4" creationId="{F4EEFE56-3184-26FE-78BE-DE426E101E3D}"/>
          </ac:spMkLst>
        </pc:spChg>
        <pc:spChg chg="mod">
          <ac:chgData name="Alexander Garzón Díaz" userId="b403c006-f34f-4db7-b6f3-551134a244f6" providerId="ADAL" clId="{0A195856-E0B7-4C94-8529-7D307980B850}" dt="2024-11-05T13:10:00.500" v="9" actId="207"/>
          <ac:spMkLst>
            <pc:docMk/>
            <pc:sldMk cId="888431539" sldId="314"/>
            <ac:spMk id="6" creationId="{2270A266-7778-2BD9-893F-745D056EB59F}"/>
          </ac:spMkLst>
        </pc:spChg>
        <pc:spChg chg="mod">
          <ac:chgData name="Alexander Garzón Díaz" userId="b403c006-f34f-4db7-b6f3-551134a244f6" providerId="ADAL" clId="{0A195856-E0B7-4C94-8529-7D307980B850}" dt="2024-11-05T13:09:56.061" v="8" actId="1076"/>
          <ac:spMkLst>
            <pc:docMk/>
            <pc:sldMk cId="888431539" sldId="314"/>
            <ac:spMk id="18" creationId="{3A45C745-B10B-CB8D-9E38-30C46C89E24B}"/>
          </ac:spMkLst>
        </pc:spChg>
        <pc:spChg chg="mod">
          <ac:chgData name="Alexander Garzón Díaz" userId="b403c006-f34f-4db7-b6f3-551134a244f6" providerId="ADAL" clId="{0A195856-E0B7-4C94-8529-7D307980B850}" dt="2024-11-05T13:09:52.949" v="7" actId="1076"/>
          <ac:spMkLst>
            <pc:docMk/>
            <pc:sldMk cId="888431539" sldId="314"/>
            <ac:spMk id="21" creationId="{E9654FC2-E25C-7CE6-F9C7-720BF0CB90B2}"/>
          </ac:spMkLst>
        </pc:spChg>
        <pc:spChg chg="mod">
          <ac:chgData name="Alexander Garzón Díaz" userId="b403c006-f34f-4db7-b6f3-551134a244f6" providerId="ADAL" clId="{0A195856-E0B7-4C94-8529-7D307980B850}" dt="2024-11-05T13:09:38.769" v="3" actId="1076"/>
          <ac:spMkLst>
            <pc:docMk/>
            <pc:sldMk cId="888431539" sldId="314"/>
            <ac:spMk id="33" creationId="{9153E4F9-51B1-0D01-36DA-16BB38B2A11F}"/>
          </ac:spMkLst>
        </pc:spChg>
        <pc:spChg chg="mod">
          <ac:chgData name="Alexander Garzón Díaz" userId="b403c006-f34f-4db7-b6f3-551134a244f6" providerId="ADAL" clId="{0A195856-E0B7-4C94-8529-7D307980B850}" dt="2024-11-05T13:09:36.713" v="2" actId="1076"/>
          <ac:spMkLst>
            <pc:docMk/>
            <pc:sldMk cId="888431539" sldId="314"/>
            <ac:spMk id="34" creationId="{3A883D36-1629-DBAC-462E-B1F450472951}"/>
          </ac:spMkLst>
        </pc:spChg>
        <pc:spChg chg="mod">
          <ac:chgData name="Alexander Garzón Díaz" userId="b403c006-f34f-4db7-b6f3-551134a244f6" providerId="ADAL" clId="{0A195856-E0B7-4C94-8529-7D307980B850}" dt="2024-11-05T13:10:03.211" v="10" actId="1076"/>
          <ac:spMkLst>
            <pc:docMk/>
            <pc:sldMk cId="888431539" sldId="314"/>
            <ac:spMk id="50" creationId="{40342350-D090-7AD2-6CA0-20D2E670DE8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" name="Shape 314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44" name="Shape 314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wcarpentry.github.io/git-novice/instructor/07-github.html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wcarpentry.github.io/git-novice/instructor/08-collab.html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wcarpentry.github.io/git-novice/instructor/07-github.html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965127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3116426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432230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2932904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4148886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4179275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2025857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3860382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3875044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3884443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Version Control with Git: Remotes in GitHub (swcarpentry.github.io)</a:t>
            </a:r>
            <a:endParaRPr lang="en-US" dirty="0"/>
          </a:p>
          <a:p>
            <a:r>
              <a:rPr lang="es-CO" dirty="0" err="1"/>
              <a:t>Create</a:t>
            </a:r>
            <a:r>
              <a:rPr lang="es-CO" dirty="0"/>
              <a:t> a </a:t>
            </a:r>
            <a:r>
              <a:rPr lang="es-CO" dirty="0" err="1"/>
              <a:t>repository</a:t>
            </a:r>
            <a:r>
              <a:rPr lang="es-CO" dirty="0"/>
              <a:t>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2059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Demo: Version Control with Git: Collaborating (swcarpentry.github.io)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36852935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Version Control with Git: Remotes in GitHub (swcarpentry.github.io)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3275200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roup 4"/>
          <p:cNvGrpSpPr/>
          <p:nvPr/>
        </p:nvGrpSpPr>
        <p:grpSpPr>
          <a:xfrm>
            <a:off x="698501" y="5884314"/>
            <a:ext cx="1454912" cy="577167"/>
            <a:chOff x="0" y="0"/>
            <a:chExt cx="1454911" cy="577165"/>
          </a:xfrm>
        </p:grpSpPr>
        <p:sp>
          <p:nvSpPr>
            <p:cNvPr id="118" name="Freeform 5"/>
            <p:cNvSpPr/>
            <p:nvPr/>
          </p:nvSpPr>
          <p:spPr>
            <a:xfrm>
              <a:off x="289214" y="284162"/>
              <a:ext cx="268376" cy="293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7530"/>
                  </a:moveTo>
                  <a:cubicBezTo>
                    <a:pt x="13837" y="17530"/>
                    <a:pt x="15525" y="15652"/>
                    <a:pt x="15525" y="13148"/>
                  </a:cubicBezTo>
                  <a:cubicBezTo>
                    <a:pt x="15525" y="0"/>
                    <a:pt x="15525" y="0"/>
                    <a:pt x="15525" y="0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1600" y="13461"/>
                    <a:pt x="21600" y="13461"/>
                    <a:pt x="21600" y="13461"/>
                  </a:cubicBezTo>
                  <a:cubicBezTo>
                    <a:pt x="21600" y="19096"/>
                    <a:pt x="16537" y="21600"/>
                    <a:pt x="10800" y="21600"/>
                  </a:cubicBezTo>
                  <a:cubicBezTo>
                    <a:pt x="5063" y="21600"/>
                    <a:pt x="0" y="19096"/>
                    <a:pt x="0" y="134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413" y="0"/>
                    <a:pt x="6413" y="0"/>
                    <a:pt x="6413" y="0"/>
                  </a:cubicBezTo>
                  <a:cubicBezTo>
                    <a:pt x="6413" y="13148"/>
                    <a:pt x="6413" y="13148"/>
                    <a:pt x="6413" y="13148"/>
                  </a:cubicBezTo>
                  <a:cubicBezTo>
                    <a:pt x="6413" y="15652"/>
                    <a:pt x="7763" y="17530"/>
                    <a:pt x="10800" y="1753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Freeform 6"/>
            <p:cNvSpPr/>
            <p:nvPr/>
          </p:nvSpPr>
          <p:spPr>
            <a:xfrm>
              <a:off x="0" y="284162"/>
              <a:ext cx="251958" cy="284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79" y="21600"/>
                  </a:moveTo>
                  <a:lnTo>
                    <a:pt x="14400" y="21600"/>
                  </a:lnTo>
                  <a:lnTo>
                    <a:pt x="14400" y="4215"/>
                  </a:lnTo>
                  <a:lnTo>
                    <a:pt x="21600" y="4215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4215"/>
                  </a:lnTo>
                  <a:lnTo>
                    <a:pt x="7579" y="4215"/>
                  </a:lnTo>
                  <a:lnTo>
                    <a:pt x="7579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Freeform 7"/>
            <p:cNvSpPr/>
            <p:nvPr/>
          </p:nvSpPr>
          <p:spPr>
            <a:xfrm>
              <a:off x="76645" y="-1"/>
              <a:ext cx="266458" cy="267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65" h="21600" extrusionOk="0">
                  <a:moveTo>
                    <a:pt x="15162" y="12000"/>
                  </a:moveTo>
                  <a:cubicBezTo>
                    <a:pt x="13573" y="12343"/>
                    <a:pt x="11985" y="12000"/>
                    <a:pt x="11985" y="9943"/>
                  </a:cubicBezTo>
                  <a:cubicBezTo>
                    <a:pt x="11985" y="6857"/>
                    <a:pt x="18973" y="4114"/>
                    <a:pt x="19926" y="1371"/>
                  </a:cubicBezTo>
                  <a:cubicBezTo>
                    <a:pt x="20244" y="686"/>
                    <a:pt x="20244" y="0"/>
                    <a:pt x="19926" y="0"/>
                  </a:cubicBezTo>
                  <a:cubicBezTo>
                    <a:pt x="19609" y="0"/>
                    <a:pt x="19926" y="343"/>
                    <a:pt x="19291" y="1029"/>
                  </a:cubicBezTo>
                  <a:cubicBezTo>
                    <a:pt x="16432" y="4114"/>
                    <a:pt x="11668" y="4114"/>
                    <a:pt x="8173" y="5829"/>
                  </a:cubicBezTo>
                  <a:cubicBezTo>
                    <a:pt x="5632" y="6857"/>
                    <a:pt x="-1356" y="10629"/>
                    <a:pt x="232" y="18514"/>
                  </a:cubicBezTo>
                  <a:cubicBezTo>
                    <a:pt x="232" y="18857"/>
                    <a:pt x="550" y="20229"/>
                    <a:pt x="868" y="20229"/>
                  </a:cubicBezTo>
                  <a:cubicBezTo>
                    <a:pt x="868" y="20229"/>
                    <a:pt x="868" y="19543"/>
                    <a:pt x="868" y="18514"/>
                  </a:cubicBezTo>
                  <a:cubicBezTo>
                    <a:pt x="868" y="13714"/>
                    <a:pt x="6268" y="12343"/>
                    <a:pt x="7856" y="9257"/>
                  </a:cubicBezTo>
                  <a:cubicBezTo>
                    <a:pt x="8173" y="8914"/>
                    <a:pt x="8491" y="8571"/>
                    <a:pt x="8491" y="8571"/>
                  </a:cubicBezTo>
                  <a:cubicBezTo>
                    <a:pt x="8491" y="8914"/>
                    <a:pt x="8491" y="8914"/>
                    <a:pt x="8491" y="9257"/>
                  </a:cubicBezTo>
                  <a:cubicBezTo>
                    <a:pt x="7856" y="12000"/>
                    <a:pt x="5315" y="13371"/>
                    <a:pt x="6268" y="15429"/>
                  </a:cubicBezTo>
                  <a:cubicBezTo>
                    <a:pt x="6903" y="17829"/>
                    <a:pt x="9762" y="15771"/>
                    <a:pt x="10397" y="14400"/>
                  </a:cubicBezTo>
                  <a:cubicBezTo>
                    <a:pt x="10715" y="14057"/>
                    <a:pt x="10715" y="13714"/>
                    <a:pt x="11032" y="13714"/>
                  </a:cubicBezTo>
                  <a:cubicBezTo>
                    <a:pt x="11032" y="13714"/>
                    <a:pt x="11032" y="14400"/>
                    <a:pt x="11032" y="14743"/>
                  </a:cubicBezTo>
                  <a:cubicBezTo>
                    <a:pt x="10397" y="17486"/>
                    <a:pt x="10079" y="18857"/>
                    <a:pt x="8173" y="20571"/>
                  </a:cubicBezTo>
                  <a:cubicBezTo>
                    <a:pt x="7538" y="20914"/>
                    <a:pt x="6585" y="21257"/>
                    <a:pt x="6585" y="21600"/>
                  </a:cubicBezTo>
                  <a:cubicBezTo>
                    <a:pt x="6585" y="21600"/>
                    <a:pt x="7220" y="21600"/>
                    <a:pt x="7538" y="21600"/>
                  </a:cubicBezTo>
                  <a:cubicBezTo>
                    <a:pt x="12303" y="21257"/>
                    <a:pt x="16432" y="15086"/>
                    <a:pt x="17703" y="10971"/>
                  </a:cubicBezTo>
                  <a:cubicBezTo>
                    <a:pt x="17703" y="10629"/>
                    <a:pt x="17703" y="10286"/>
                    <a:pt x="17703" y="10286"/>
                  </a:cubicBezTo>
                  <a:cubicBezTo>
                    <a:pt x="17385" y="9943"/>
                    <a:pt x="17385" y="10286"/>
                    <a:pt x="17068" y="10629"/>
                  </a:cubicBezTo>
                  <a:cubicBezTo>
                    <a:pt x="16432" y="10971"/>
                    <a:pt x="15797" y="11657"/>
                    <a:pt x="15162" y="1200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Freeform 8"/>
            <p:cNvSpPr/>
            <p:nvPr/>
          </p:nvSpPr>
          <p:spPr>
            <a:xfrm>
              <a:off x="901742" y="364991"/>
              <a:ext cx="176182" cy="2121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29" y="9072"/>
                  </a:moveTo>
                  <a:cubicBezTo>
                    <a:pt x="4629" y="5616"/>
                    <a:pt x="6686" y="3024"/>
                    <a:pt x="10800" y="3024"/>
                  </a:cubicBezTo>
                  <a:cubicBezTo>
                    <a:pt x="14914" y="3024"/>
                    <a:pt x="16971" y="5616"/>
                    <a:pt x="16971" y="9072"/>
                  </a:cubicBezTo>
                  <a:lnTo>
                    <a:pt x="4629" y="9072"/>
                  </a:lnTo>
                  <a:close/>
                  <a:moveTo>
                    <a:pt x="21600" y="11664"/>
                  </a:moveTo>
                  <a:cubicBezTo>
                    <a:pt x="21600" y="9504"/>
                    <a:pt x="21600" y="9504"/>
                    <a:pt x="21600" y="9504"/>
                  </a:cubicBezTo>
                  <a:cubicBezTo>
                    <a:pt x="21600" y="3888"/>
                    <a:pt x="18000" y="0"/>
                    <a:pt x="10800" y="0"/>
                  </a:cubicBezTo>
                  <a:cubicBezTo>
                    <a:pt x="3600" y="0"/>
                    <a:pt x="0" y="5184"/>
                    <a:pt x="0" y="10800"/>
                  </a:cubicBezTo>
                  <a:cubicBezTo>
                    <a:pt x="0" y="16848"/>
                    <a:pt x="3086" y="21600"/>
                    <a:pt x="10800" y="21600"/>
                  </a:cubicBezTo>
                  <a:cubicBezTo>
                    <a:pt x="16457" y="21600"/>
                    <a:pt x="20571" y="19008"/>
                    <a:pt x="21086" y="14688"/>
                  </a:cubicBezTo>
                  <a:cubicBezTo>
                    <a:pt x="16457" y="14688"/>
                    <a:pt x="16457" y="14688"/>
                    <a:pt x="16457" y="14688"/>
                  </a:cubicBezTo>
                  <a:cubicBezTo>
                    <a:pt x="15943" y="17712"/>
                    <a:pt x="14400" y="18576"/>
                    <a:pt x="10800" y="18576"/>
                  </a:cubicBezTo>
                  <a:cubicBezTo>
                    <a:pt x="6171" y="18576"/>
                    <a:pt x="4629" y="15120"/>
                    <a:pt x="4629" y="11664"/>
                  </a:cubicBezTo>
                  <a:lnTo>
                    <a:pt x="21600" y="11664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Rectangle 9"/>
            <p:cNvSpPr/>
            <p:nvPr/>
          </p:nvSpPr>
          <p:spPr>
            <a:xfrm>
              <a:off x="1124020" y="284162"/>
              <a:ext cx="33469" cy="284795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Freeform 10"/>
            <p:cNvSpPr/>
            <p:nvPr/>
          </p:nvSpPr>
          <p:spPr>
            <a:xfrm>
              <a:off x="1199165" y="280373"/>
              <a:ext cx="126296" cy="2885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960" y="21600"/>
                  </a:moveTo>
                  <a:cubicBezTo>
                    <a:pt x="12960" y="8894"/>
                    <a:pt x="12960" y="8894"/>
                    <a:pt x="12960" y="8894"/>
                  </a:cubicBezTo>
                  <a:cubicBezTo>
                    <a:pt x="20880" y="8894"/>
                    <a:pt x="20880" y="8894"/>
                    <a:pt x="20880" y="8894"/>
                  </a:cubicBezTo>
                  <a:cubicBezTo>
                    <a:pt x="20880" y="6988"/>
                    <a:pt x="20880" y="6988"/>
                    <a:pt x="20880" y="6988"/>
                  </a:cubicBezTo>
                  <a:cubicBezTo>
                    <a:pt x="12960" y="6988"/>
                    <a:pt x="12960" y="6988"/>
                    <a:pt x="12960" y="6988"/>
                  </a:cubicBezTo>
                  <a:cubicBezTo>
                    <a:pt x="12960" y="4447"/>
                    <a:pt x="12960" y="4447"/>
                    <a:pt x="12960" y="4447"/>
                  </a:cubicBezTo>
                  <a:cubicBezTo>
                    <a:pt x="12960" y="2859"/>
                    <a:pt x="15120" y="2541"/>
                    <a:pt x="18720" y="2541"/>
                  </a:cubicBezTo>
                  <a:cubicBezTo>
                    <a:pt x="19440" y="2541"/>
                    <a:pt x="20880" y="2541"/>
                    <a:pt x="21600" y="2541"/>
                  </a:cubicBezTo>
                  <a:cubicBezTo>
                    <a:pt x="21600" y="318"/>
                    <a:pt x="21600" y="318"/>
                    <a:pt x="21600" y="318"/>
                  </a:cubicBezTo>
                  <a:cubicBezTo>
                    <a:pt x="20160" y="0"/>
                    <a:pt x="18720" y="0"/>
                    <a:pt x="17280" y="0"/>
                  </a:cubicBezTo>
                  <a:cubicBezTo>
                    <a:pt x="10800" y="0"/>
                    <a:pt x="6480" y="1271"/>
                    <a:pt x="6480" y="4129"/>
                  </a:cubicBezTo>
                  <a:cubicBezTo>
                    <a:pt x="6480" y="6988"/>
                    <a:pt x="6480" y="6988"/>
                    <a:pt x="6480" y="6988"/>
                  </a:cubicBezTo>
                  <a:cubicBezTo>
                    <a:pt x="0" y="6988"/>
                    <a:pt x="0" y="6988"/>
                    <a:pt x="0" y="6988"/>
                  </a:cubicBezTo>
                  <a:cubicBezTo>
                    <a:pt x="0" y="8894"/>
                    <a:pt x="0" y="8894"/>
                    <a:pt x="0" y="8894"/>
                  </a:cubicBezTo>
                  <a:cubicBezTo>
                    <a:pt x="6480" y="8894"/>
                    <a:pt x="6480" y="8894"/>
                    <a:pt x="6480" y="8894"/>
                  </a:cubicBezTo>
                  <a:cubicBezTo>
                    <a:pt x="6480" y="21600"/>
                    <a:pt x="6480" y="21600"/>
                    <a:pt x="6480" y="21600"/>
                  </a:cubicBezTo>
                  <a:lnTo>
                    <a:pt x="12960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Freeform 11"/>
            <p:cNvSpPr/>
            <p:nvPr/>
          </p:nvSpPr>
          <p:spPr>
            <a:xfrm>
              <a:off x="1341878" y="318262"/>
              <a:ext cx="113034" cy="258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603"/>
                  </a:moveTo>
                  <a:cubicBezTo>
                    <a:pt x="0" y="6728"/>
                    <a:pt x="0" y="6728"/>
                    <a:pt x="0" y="6728"/>
                  </a:cubicBezTo>
                  <a:cubicBezTo>
                    <a:pt x="6400" y="6728"/>
                    <a:pt x="6400" y="6728"/>
                    <a:pt x="6400" y="6728"/>
                  </a:cubicBezTo>
                  <a:cubicBezTo>
                    <a:pt x="6400" y="17351"/>
                    <a:pt x="6400" y="17351"/>
                    <a:pt x="6400" y="17351"/>
                  </a:cubicBezTo>
                  <a:cubicBezTo>
                    <a:pt x="6400" y="19475"/>
                    <a:pt x="6400" y="21600"/>
                    <a:pt x="16800" y="21600"/>
                  </a:cubicBezTo>
                  <a:cubicBezTo>
                    <a:pt x="18400" y="21600"/>
                    <a:pt x="20000" y="21246"/>
                    <a:pt x="21600" y="21246"/>
                  </a:cubicBezTo>
                  <a:cubicBezTo>
                    <a:pt x="21600" y="18767"/>
                    <a:pt x="21600" y="18767"/>
                    <a:pt x="21600" y="18767"/>
                  </a:cubicBezTo>
                  <a:cubicBezTo>
                    <a:pt x="20800" y="19121"/>
                    <a:pt x="19200" y="19121"/>
                    <a:pt x="17600" y="19121"/>
                  </a:cubicBezTo>
                  <a:cubicBezTo>
                    <a:pt x="15200" y="19121"/>
                    <a:pt x="13600" y="18413"/>
                    <a:pt x="13600" y="17351"/>
                  </a:cubicBezTo>
                  <a:cubicBezTo>
                    <a:pt x="13600" y="6728"/>
                    <a:pt x="13600" y="6728"/>
                    <a:pt x="13600" y="6728"/>
                  </a:cubicBezTo>
                  <a:cubicBezTo>
                    <a:pt x="21600" y="6728"/>
                    <a:pt x="21600" y="6728"/>
                    <a:pt x="21600" y="6728"/>
                  </a:cubicBezTo>
                  <a:cubicBezTo>
                    <a:pt x="21600" y="4603"/>
                    <a:pt x="21600" y="4603"/>
                    <a:pt x="21600" y="4603"/>
                  </a:cubicBezTo>
                  <a:cubicBezTo>
                    <a:pt x="13600" y="4603"/>
                    <a:pt x="13600" y="4603"/>
                    <a:pt x="13600" y="4603"/>
                  </a:cubicBezTo>
                  <a:cubicBezTo>
                    <a:pt x="13600" y="0"/>
                    <a:pt x="13600" y="0"/>
                    <a:pt x="13600" y="0"/>
                  </a:cubicBezTo>
                  <a:cubicBezTo>
                    <a:pt x="6400" y="1062"/>
                    <a:pt x="6400" y="1062"/>
                    <a:pt x="6400" y="1062"/>
                  </a:cubicBezTo>
                  <a:cubicBezTo>
                    <a:pt x="6400" y="4603"/>
                    <a:pt x="6400" y="4603"/>
                    <a:pt x="6400" y="4603"/>
                  </a:cubicBezTo>
                  <a:lnTo>
                    <a:pt x="0" y="4603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Freeform 12"/>
            <p:cNvSpPr/>
            <p:nvPr/>
          </p:nvSpPr>
          <p:spPr>
            <a:xfrm>
              <a:off x="637155" y="284162"/>
              <a:ext cx="226699" cy="284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9200" y="21600"/>
                    <a:pt x="9200" y="21600"/>
                    <a:pt x="9200" y="21600"/>
                  </a:cubicBezTo>
                  <a:cubicBezTo>
                    <a:pt x="20400" y="21600"/>
                    <a:pt x="21600" y="13863"/>
                    <a:pt x="21600" y="10961"/>
                  </a:cubicBezTo>
                  <a:cubicBezTo>
                    <a:pt x="21600" y="8060"/>
                    <a:pt x="20400" y="0"/>
                    <a:pt x="920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1600"/>
                  </a:lnTo>
                  <a:close/>
                  <a:moveTo>
                    <a:pt x="3600" y="2579"/>
                  </a:moveTo>
                  <a:cubicBezTo>
                    <a:pt x="9200" y="2579"/>
                    <a:pt x="9200" y="2579"/>
                    <a:pt x="9200" y="2579"/>
                  </a:cubicBezTo>
                  <a:cubicBezTo>
                    <a:pt x="15200" y="2579"/>
                    <a:pt x="18000" y="6448"/>
                    <a:pt x="18000" y="10961"/>
                  </a:cubicBezTo>
                  <a:cubicBezTo>
                    <a:pt x="18000" y="15475"/>
                    <a:pt x="15200" y="19021"/>
                    <a:pt x="9200" y="19021"/>
                  </a:cubicBezTo>
                  <a:cubicBezTo>
                    <a:pt x="3600" y="19021"/>
                    <a:pt x="3600" y="19021"/>
                    <a:pt x="3600" y="19021"/>
                  </a:cubicBezTo>
                  <a:lnTo>
                    <a:pt x="3600" y="2579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27" name="Rechthoek 6"/>
          <p:cNvSpPr/>
          <p:nvPr/>
        </p:nvSpPr>
        <p:spPr>
          <a:xfrm>
            <a:off x="-10751" y="0"/>
            <a:ext cx="12202752" cy="6858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8" name="Plaats hier de titel van de presentatie, max. 2 regels"/>
          <p:cNvSpPr txBox="1">
            <a:spLocks noGrp="1"/>
          </p:cNvSpPr>
          <p:nvPr>
            <p:ph type="title" hasCustomPrompt="1"/>
          </p:nvPr>
        </p:nvSpPr>
        <p:spPr>
          <a:xfrm>
            <a:off x="2153412" y="3879851"/>
            <a:ext cx="9358257" cy="1621064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800">
                <a:solidFill>
                  <a:srgbClr val="FFFFFF"/>
                </a:solidFill>
              </a:defRPr>
            </a:lvl1pPr>
          </a:lstStyle>
          <a:p>
            <a:r>
              <a:t>Plaats hier de titel van de presentatie, max. 2 regels</a:t>
            </a:r>
          </a:p>
        </p:txBody>
      </p:sp>
      <p:sp>
        <p:nvSpPr>
          <p:cNvPr id="129" name="Tekstvak 4"/>
          <p:cNvSpPr txBox="1"/>
          <p:nvPr/>
        </p:nvSpPr>
        <p:spPr>
          <a:xfrm>
            <a:off x="34969" y="-662297"/>
            <a:ext cx="12100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400" spc="50">
                <a:solidFill>
                  <a:schemeClr val="accent2"/>
                </a:solidFill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1pPr>
          </a:lstStyle>
          <a:p>
            <a:r>
              <a:rPr dirty="0" err="1">
                <a:solidFill>
                  <a:schemeClr val="tx1"/>
                </a:solidFill>
              </a:rPr>
              <a:t>Titelpagina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782466" y="5664394"/>
            <a:ext cx="3729204" cy="24847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ClrTx/>
              <a:buSzTx/>
              <a:buNone/>
              <a:defRPr b="1">
                <a:solidFill>
                  <a:srgbClr val="FFFFFF"/>
                </a:solidFill>
              </a:defRPr>
            </a:lvl1pPr>
            <a:lvl2pPr marL="0" indent="457200" algn="r">
              <a:buClrTx/>
              <a:buSzTx/>
              <a:buNone/>
              <a:defRPr b="1">
                <a:solidFill>
                  <a:srgbClr val="FFFFFF"/>
                </a:solidFill>
              </a:defRPr>
            </a:lvl2pPr>
            <a:lvl3pPr indent="914400" algn="r">
              <a:buClrTx/>
              <a:buFontTx/>
              <a:defRPr b="1">
                <a:solidFill>
                  <a:srgbClr val="FFFFFF"/>
                </a:solidFill>
              </a:defRPr>
            </a:lvl3pPr>
            <a:lvl4pPr indent="1371600" algn="r">
              <a:buClrTx/>
              <a:buFontTx/>
              <a:defRPr b="1">
                <a:solidFill>
                  <a:srgbClr val="FFFFFF"/>
                </a:solidFill>
              </a:defRPr>
            </a:lvl4pPr>
            <a:lvl5pPr marL="0" indent="1828800" algn="r">
              <a:buClrTx/>
              <a:buSzTx/>
              <a:buFontTx/>
              <a:buNone/>
              <a:defRPr b="1">
                <a:solidFill>
                  <a:srgbClr val="FFFFFF"/>
                </a:solidFill>
              </a:defRPr>
            </a:lvl5pPr>
          </a:lstStyle>
          <a:p>
            <a:r>
              <a:t>Naam van de spreker of datum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4" name="Tijdelijke aanduiding voor tekst 49"/>
          <p:cNvSpPr>
            <a:spLocks noGrp="1"/>
          </p:cNvSpPr>
          <p:nvPr>
            <p:ph type="body" idx="21" hasCustomPrompt="1"/>
          </p:nvPr>
        </p:nvSpPr>
        <p:spPr>
          <a:xfrm>
            <a:off x="-10752" y="0"/>
            <a:ext cx="12202753" cy="6858000"/>
          </a:xfrm>
          <a:prstGeom prst="rect">
            <a:avLst/>
          </a:prstGeom>
          <a:solidFill>
            <a:srgbClr val="6CC24A"/>
          </a:solidFill>
        </p:spPr>
        <p:txBody>
          <a:bodyPr>
            <a:normAutofit/>
          </a:bodyPr>
          <a:lstStyle>
            <a:lvl1pPr marL="0" indent="0">
              <a:buClrTx/>
              <a:buSzTx/>
              <a:buNone/>
            </a:lvl1pPr>
          </a:lstStyle>
          <a:p>
            <a:r>
              <a:rPr dirty="0"/>
              <a:t>  </a:t>
            </a:r>
          </a:p>
        </p:txBody>
      </p:sp>
      <p:sp>
        <p:nvSpPr>
          <p:cNvPr id="1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3FD562B1-BCC1-B244-96D2-5173AD7012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5450" y="5847858"/>
            <a:ext cx="1460500" cy="6985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3D23CA7-B714-F332-A930-4EEABC49D6EE}"/>
              </a:ext>
            </a:extLst>
          </p:cNvPr>
          <p:cNvGrpSpPr/>
          <p:nvPr userDrawn="1"/>
        </p:nvGrpSpPr>
        <p:grpSpPr>
          <a:xfrm>
            <a:off x="2982510" y="-1286712"/>
            <a:ext cx="6858001" cy="592943"/>
            <a:chOff x="2982510" y="-1286712"/>
            <a:chExt cx="6858001" cy="592943"/>
          </a:xfrm>
        </p:grpSpPr>
        <p:sp>
          <p:nvSpPr>
            <p:cNvPr id="3" name="Rechthoek 36">
              <a:extLst>
                <a:ext uri="{FF2B5EF4-FFF2-40B4-BE49-F238E27FC236}">
                  <a16:creationId xmlns:a16="http://schemas.microsoft.com/office/drawing/2014/main" id="{282F758C-96DE-F79E-CD62-0B2C71EB8DD2}"/>
                </a:ext>
              </a:extLst>
            </p:cNvPr>
            <p:cNvSpPr/>
            <p:nvPr/>
          </p:nvSpPr>
          <p:spPr>
            <a:xfrm rot="16200000">
              <a:off x="6254550" y="-4279730"/>
              <a:ext cx="313921" cy="6858001"/>
            </a:xfrm>
            <a:prstGeom prst="rect">
              <a:avLst/>
            </a:prstGeom>
            <a:solidFill>
              <a:srgbClr val="00A6D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dirty="0"/>
            </a:p>
          </p:txBody>
        </p:sp>
        <p:grpSp>
          <p:nvGrpSpPr>
            <p:cNvPr id="4" name="Groep 8">
              <a:extLst>
                <a:ext uri="{FF2B5EF4-FFF2-40B4-BE49-F238E27FC236}">
                  <a16:creationId xmlns:a16="http://schemas.microsoft.com/office/drawing/2014/main" id="{84A1054A-835A-C9BB-159A-809E2EAB0F8B}"/>
                </a:ext>
              </a:extLst>
            </p:cNvPr>
            <p:cNvGrpSpPr/>
            <p:nvPr/>
          </p:nvGrpSpPr>
          <p:grpSpPr>
            <a:xfrm>
              <a:off x="2982511" y="-1286711"/>
              <a:ext cx="6226976" cy="211382"/>
              <a:chOff x="0" y="0"/>
              <a:chExt cx="6226974" cy="211380"/>
            </a:xfrm>
          </p:grpSpPr>
          <p:sp>
            <p:nvSpPr>
              <p:cNvPr id="6" name="Rechthoek 6">
                <a:extLst>
                  <a:ext uri="{FF2B5EF4-FFF2-40B4-BE49-F238E27FC236}">
                    <a16:creationId xmlns:a16="http://schemas.microsoft.com/office/drawing/2014/main" id="{04144EA5-CF99-EB22-6C4D-97CC3E00AB04}"/>
                  </a:ext>
                </a:extLst>
              </p:cNvPr>
              <p:cNvSpPr/>
              <p:nvPr/>
            </p:nvSpPr>
            <p:spPr>
              <a:xfrm rot="16200000">
                <a:off x="168192" y="-168191"/>
                <a:ext cx="211380" cy="547765"/>
              </a:xfrm>
              <a:prstGeom prst="rect">
                <a:avLst/>
              </a:prstGeom>
              <a:solidFill>
                <a:srgbClr val="0C234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7" name="Rechthoek 29">
                <a:extLst>
                  <a:ext uri="{FF2B5EF4-FFF2-40B4-BE49-F238E27FC236}">
                    <a16:creationId xmlns:a16="http://schemas.microsoft.com/office/drawing/2014/main" id="{9FA3DBEB-FA6A-A824-8378-185A74F362AD}"/>
                  </a:ext>
                </a:extLst>
              </p:cNvPr>
              <p:cNvSpPr/>
              <p:nvPr/>
            </p:nvSpPr>
            <p:spPr>
              <a:xfrm rot="16200000">
                <a:off x="799215" y="-168191"/>
                <a:ext cx="211380" cy="547765"/>
              </a:xfrm>
              <a:prstGeom prst="rect">
                <a:avLst/>
              </a:prstGeom>
              <a:solidFill>
                <a:srgbClr val="00B8C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8" name="Rechthoek 30">
                <a:extLst>
                  <a:ext uri="{FF2B5EF4-FFF2-40B4-BE49-F238E27FC236}">
                    <a16:creationId xmlns:a16="http://schemas.microsoft.com/office/drawing/2014/main" id="{84CC8CBA-2A39-98BA-EAFD-C34D1DCCF6CD}"/>
                  </a:ext>
                </a:extLst>
              </p:cNvPr>
              <p:cNvSpPr/>
              <p:nvPr/>
            </p:nvSpPr>
            <p:spPr>
              <a:xfrm rot="16200000">
                <a:off x="1430239" y="-168191"/>
                <a:ext cx="211380" cy="547765"/>
              </a:xfrm>
              <a:prstGeom prst="rect">
                <a:avLst/>
              </a:prstGeom>
              <a:solidFill>
                <a:srgbClr val="0076C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" name="Rechthoek 31">
                <a:extLst>
                  <a:ext uri="{FF2B5EF4-FFF2-40B4-BE49-F238E27FC236}">
                    <a16:creationId xmlns:a16="http://schemas.microsoft.com/office/drawing/2014/main" id="{17B39B0E-5B0D-9927-CB9C-3AB8F125BCF2}"/>
                  </a:ext>
                </a:extLst>
              </p:cNvPr>
              <p:cNvSpPr/>
              <p:nvPr/>
            </p:nvSpPr>
            <p:spPr>
              <a:xfrm rot="16200000">
                <a:off x="2061263" y="-168191"/>
                <a:ext cx="211380" cy="547765"/>
              </a:xfrm>
              <a:prstGeom prst="rect">
                <a:avLst/>
              </a:prstGeom>
              <a:solidFill>
                <a:srgbClr val="6F1D7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" name="Rechthoek 32">
                <a:extLst>
                  <a:ext uri="{FF2B5EF4-FFF2-40B4-BE49-F238E27FC236}">
                    <a16:creationId xmlns:a16="http://schemas.microsoft.com/office/drawing/2014/main" id="{87A485E7-0741-2520-D249-49A0FF67384E}"/>
                  </a:ext>
                </a:extLst>
              </p:cNvPr>
              <p:cNvSpPr/>
              <p:nvPr/>
            </p:nvSpPr>
            <p:spPr>
              <a:xfrm rot="16200000">
                <a:off x="2692286" y="-168191"/>
                <a:ext cx="211380" cy="547765"/>
              </a:xfrm>
              <a:prstGeom prst="rect">
                <a:avLst/>
              </a:prstGeom>
              <a:solidFill>
                <a:srgbClr val="EF6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" name="Rechthoek 33">
                <a:extLst>
                  <a:ext uri="{FF2B5EF4-FFF2-40B4-BE49-F238E27FC236}">
                    <a16:creationId xmlns:a16="http://schemas.microsoft.com/office/drawing/2014/main" id="{2900FD93-92E2-98B0-45A1-C220948BFEE0}"/>
                  </a:ext>
                </a:extLst>
              </p:cNvPr>
              <p:cNvSpPr/>
              <p:nvPr/>
            </p:nvSpPr>
            <p:spPr>
              <a:xfrm rot="16200000">
                <a:off x="3323310" y="-168191"/>
                <a:ext cx="211380" cy="547765"/>
              </a:xfrm>
              <a:prstGeom prst="rect">
                <a:avLst/>
              </a:prstGeom>
              <a:solidFill>
                <a:srgbClr val="A5003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2" name="Rechthoek 34">
                <a:extLst>
                  <a:ext uri="{FF2B5EF4-FFF2-40B4-BE49-F238E27FC236}">
                    <a16:creationId xmlns:a16="http://schemas.microsoft.com/office/drawing/2014/main" id="{D448D5AB-56AC-5B42-0D8E-3443A5F60CD0}"/>
                  </a:ext>
                </a:extLst>
              </p:cNvPr>
              <p:cNvSpPr/>
              <p:nvPr/>
            </p:nvSpPr>
            <p:spPr>
              <a:xfrm rot="16200000">
                <a:off x="3954334" y="-168191"/>
                <a:ext cx="211380" cy="547765"/>
              </a:xfrm>
              <a:prstGeom prst="rect">
                <a:avLst/>
              </a:prstGeom>
              <a:solidFill>
                <a:srgbClr val="E03C3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3" name="Rechthoek 37">
                <a:extLst>
                  <a:ext uri="{FF2B5EF4-FFF2-40B4-BE49-F238E27FC236}">
                    <a16:creationId xmlns:a16="http://schemas.microsoft.com/office/drawing/2014/main" id="{85756472-E828-6430-CCC0-6164D5B45FD8}"/>
                  </a:ext>
                </a:extLst>
              </p:cNvPr>
              <p:cNvSpPr/>
              <p:nvPr/>
            </p:nvSpPr>
            <p:spPr>
              <a:xfrm rot="16200000">
                <a:off x="4585357" y="-168192"/>
                <a:ext cx="211380" cy="547765"/>
              </a:xfrm>
              <a:prstGeom prst="rect">
                <a:avLst/>
              </a:prstGeom>
              <a:solidFill>
                <a:srgbClr val="ED684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4" name="Rechthoek 38">
                <a:extLst>
                  <a:ext uri="{FF2B5EF4-FFF2-40B4-BE49-F238E27FC236}">
                    <a16:creationId xmlns:a16="http://schemas.microsoft.com/office/drawing/2014/main" id="{FE1129FB-C814-9D9A-23A2-C699AF1B92EA}"/>
                  </a:ext>
                </a:extLst>
              </p:cNvPr>
              <p:cNvSpPr/>
              <p:nvPr/>
            </p:nvSpPr>
            <p:spPr>
              <a:xfrm rot="16200000">
                <a:off x="5216380" y="-168192"/>
                <a:ext cx="211380" cy="547764"/>
              </a:xfrm>
              <a:prstGeom prst="rect">
                <a:avLst/>
              </a:prstGeom>
              <a:solidFill>
                <a:srgbClr val="FFB81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5" name="Rechthoek 39">
                <a:extLst>
                  <a:ext uri="{FF2B5EF4-FFF2-40B4-BE49-F238E27FC236}">
                    <a16:creationId xmlns:a16="http://schemas.microsoft.com/office/drawing/2014/main" id="{4ED0B218-B1D0-83F3-560E-EB4E31E05134}"/>
                  </a:ext>
                </a:extLst>
              </p:cNvPr>
              <p:cNvSpPr/>
              <p:nvPr/>
            </p:nvSpPr>
            <p:spPr>
              <a:xfrm rot="16200000">
                <a:off x="5847403" y="-168193"/>
                <a:ext cx="211380" cy="547765"/>
              </a:xfrm>
              <a:prstGeom prst="rect">
                <a:avLst/>
              </a:prstGeom>
              <a:solidFill>
                <a:srgbClr val="6CC24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sp>
          <p:nvSpPr>
            <p:cNvPr id="5" name="Rechthoek 39">
              <a:extLst>
                <a:ext uri="{FF2B5EF4-FFF2-40B4-BE49-F238E27FC236}">
                  <a16:creationId xmlns:a16="http://schemas.microsoft.com/office/drawing/2014/main" id="{8E3203B8-0FF6-D429-F346-6D8EB1C63F75}"/>
                </a:ext>
              </a:extLst>
            </p:cNvPr>
            <p:cNvSpPr/>
            <p:nvPr userDrawn="1"/>
          </p:nvSpPr>
          <p:spPr>
            <a:xfrm rot="16200000">
              <a:off x="9460936" y="-1454904"/>
              <a:ext cx="211382" cy="547765"/>
            </a:xfrm>
            <a:prstGeom prst="rect">
              <a:avLst/>
            </a:prstGeom>
            <a:solidFill>
              <a:srgbClr val="009B7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pagina + 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roup 4"/>
          <p:cNvGrpSpPr/>
          <p:nvPr/>
        </p:nvGrpSpPr>
        <p:grpSpPr>
          <a:xfrm>
            <a:off x="698501" y="5884314"/>
            <a:ext cx="1454912" cy="577167"/>
            <a:chOff x="0" y="0"/>
            <a:chExt cx="1454911" cy="577165"/>
          </a:xfrm>
        </p:grpSpPr>
        <p:sp>
          <p:nvSpPr>
            <p:cNvPr id="241" name="Freeform 5"/>
            <p:cNvSpPr/>
            <p:nvPr/>
          </p:nvSpPr>
          <p:spPr>
            <a:xfrm>
              <a:off x="289214" y="284162"/>
              <a:ext cx="268376" cy="293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7530"/>
                  </a:moveTo>
                  <a:cubicBezTo>
                    <a:pt x="13837" y="17530"/>
                    <a:pt x="15525" y="15652"/>
                    <a:pt x="15525" y="13148"/>
                  </a:cubicBezTo>
                  <a:cubicBezTo>
                    <a:pt x="15525" y="0"/>
                    <a:pt x="15525" y="0"/>
                    <a:pt x="15525" y="0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1600" y="13461"/>
                    <a:pt x="21600" y="13461"/>
                    <a:pt x="21600" y="13461"/>
                  </a:cubicBezTo>
                  <a:cubicBezTo>
                    <a:pt x="21600" y="19096"/>
                    <a:pt x="16537" y="21600"/>
                    <a:pt x="10800" y="21600"/>
                  </a:cubicBezTo>
                  <a:cubicBezTo>
                    <a:pt x="5063" y="21600"/>
                    <a:pt x="0" y="19096"/>
                    <a:pt x="0" y="134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413" y="0"/>
                    <a:pt x="6413" y="0"/>
                    <a:pt x="6413" y="0"/>
                  </a:cubicBezTo>
                  <a:cubicBezTo>
                    <a:pt x="6413" y="13148"/>
                    <a:pt x="6413" y="13148"/>
                    <a:pt x="6413" y="13148"/>
                  </a:cubicBezTo>
                  <a:cubicBezTo>
                    <a:pt x="6413" y="15652"/>
                    <a:pt x="7763" y="17530"/>
                    <a:pt x="10800" y="1753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Freeform 6"/>
            <p:cNvSpPr/>
            <p:nvPr/>
          </p:nvSpPr>
          <p:spPr>
            <a:xfrm>
              <a:off x="0" y="284162"/>
              <a:ext cx="251958" cy="284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79" y="21600"/>
                  </a:moveTo>
                  <a:lnTo>
                    <a:pt x="14400" y="21600"/>
                  </a:lnTo>
                  <a:lnTo>
                    <a:pt x="14400" y="4215"/>
                  </a:lnTo>
                  <a:lnTo>
                    <a:pt x="21600" y="4215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4215"/>
                  </a:lnTo>
                  <a:lnTo>
                    <a:pt x="7579" y="4215"/>
                  </a:lnTo>
                  <a:lnTo>
                    <a:pt x="7579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Freeform 7"/>
            <p:cNvSpPr/>
            <p:nvPr/>
          </p:nvSpPr>
          <p:spPr>
            <a:xfrm>
              <a:off x="76645" y="-1"/>
              <a:ext cx="266458" cy="267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65" h="21600" extrusionOk="0">
                  <a:moveTo>
                    <a:pt x="15162" y="12000"/>
                  </a:moveTo>
                  <a:cubicBezTo>
                    <a:pt x="13573" y="12343"/>
                    <a:pt x="11985" y="12000"/>
                    <a:pt x="11985" y="9943"/>
                  </a:cubicBezTo>
                  <a:cubicBezTo>
                    <a:pt x="11985" y="6857"/>
                    <a:pt x="18973" y="4114"/>
                    <a:pt x="19926" y="1371"/>
                  </a:cubicBezTo>
                  <a:cubicBezTo>
                    <a:pt x="20244" y="686"/>
                    <a:pt x="20244" y="0"/>
                    <a:pt x="19926" y="0"/>
                  </a:cubicBezTo>
                  <a:cubicBezTo>
                    <a:pt x="19609" y="0"/>
                    <a:pt x="19926" y="343"/>
                    <a:pt x="19291" y="1029"/>
                  </a:cubicBezTo>
                  <a:cubicBezTo>
                    <a:pt x="16432" y="4114"/>
                    <a:pt x="11668" y="4114"/>
                    <a:pt x="8173" y="5829"/>
                  </a:cubicBezTo>
                  <a:cubicBezTo>
                    <a:pt x="5632" y="6857"/>
                    <a:pt x="-1356" y="10629"/>
                    <a:pt x="232" y="18514"/>
                  </a:cubicBezTo>
                  <a:cubicBezTo>
                    <a:pt x="232" y="18857"/>
                    <a:pt x="550" y="20229"/>
                    <a:pt x="868" y="20229"/>
                  </a:cubicBezTo>
                  <a:cubicBezTo>
                    <a:pt x="868" y="20229"/>
                    <a:pt x="868" y="19543"/>
                    <a:pt x="868" y="18514"/>
                  </a:cubicBezTo>
                  <a:cubicBezTo>
                    <a:pt x="868" y="13714"/>
                    <a:pt x="6268" y="12343"/>
                    <a:pt x="7856" y="9257"/>
                  </a:cubicBezTo>
                  <a:cubicBezTo>
                    <a:pt x="8173" y="8914"/>
                    <a:pt x="8491" y="8571"/>
                    <a:pt x="8491" y="8571"/>
                  </a:cubicBezTo>
                  <a:cubicBezTo>
                    <a:pt x="8491" y="8914"/>
                    <a:pt x="8491" y="8914"/>
                    <a:pt x="8491" y="9257"/>
                  </a:cubicBezTo>
                  <a:cubicBezTo>
                    <a:pt x="7856" y="12000"/>
                    <a:pt x="5315" y="13371"/>
                    <a:pt x="6268" y="15429"/>
                  </a:cubicBezTo>
                  <a:cubicBezTo>
                    <a:pt x="6903" y="17829"/>
                    <a:pt x="9762" y="15771"/>
                    <a:pt x="10397" y="14400"/>
                  </a:cubicBezTo>
                  <a:cubicBezTo>
                    <a:pt x="10715" y="14057"/>
                    <a:pt x="10715" y="13714"/>
                    <a:pt x="11032" y="13714"/>
                  </a:cubicBezTo>
                  <a:cubicBezTo>
                    <a:pt x="11032" y="13714"/>
                    <a:pt x="11032" y="14400"/>
                    <a:pt x="11032" y="14743"/>
                  </a:cubicBezTo>
                  <a:cubicBezTo>
                    <a:pt x="10397" y="17486"/>
                    <a:pt x="10079" y="18857"/>
                    <a:pt x="8173" y="20571"/>
                  </a:cubicBezTo>
                  <a:cubicBezTo>
                    <a:pt x="7538" y="20914"/>
                    <a:pt x="6585" y="21257"/>
                    <a:pt x="6585" y="21600"/>
                  </a:cubicBezTo>
                  <a:cubicBezTo>
                    <a:pt x="6585" y="21600"/>
                    <a:pt x="7220" y="21600"/>
                    <a:pt x="7538" y="21600"/>
                  </a:cubicBezTo>
                  <a:cubicBezTo>
                    <a:pt x="12303" y="21257"/>
                    <a:pt x="16432" y="15086"/>
                    <a:pt x="17703" y="10971"/>
                  </a:cubicBezTo>
                  <a:cubicBezTo>
                    <a:pt x="17703" y="10629"/>
                    <a:pt x="17703" y="10286"/>
                    <a:pt x="17703" y="10286"/>
                  </a:cubicBezTo>
                  <a:cubicBezTo>
                    <a:pt x="17385" y="9943"/>
                    <a:pt x="17385" y="10286"/>
                    <a:pt x="17068" y="10629"/>
                  </a:cubicBezTo>
                  <a:cubicBezTo>
                    <a:pt x="16432" y="10971"/>
                    <a:pt x="15797" y="11657"/>
                    <a:pt x="15162" y="1200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4" name="Freeform 8"/>
            <p:cNvSpPr/>
            <p:nvPr/>
          </p:nvSpPr>
          <p:spPr>
            <a:xfrm>
              <a:off x="901742" y="364991"/>
              <a:ext cx="176182" cy="2121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29" y="9072"/>
                  </a:moveTo>
                  <a:cubicBezTo>
                    <a:pt x="4629" y="5616"/>
                    <a:pt x="6686" y="3024"/>
                    <a:pt x="10800" y="3024"/>
                  </a:cubicBezTo>
                  <a:cubicBezTo>
                    <a:pt x="14914" y="3024"/>
                    <a:pt x="16971" y="5616"/>
                    <a:pt x="16971" y="9072"/>
                  </a:cubicBezTo>
                  <a:lnTo>
                    <a:pt x="4629" y="9072"/>
                  </a:lnTo>
                  <a:close/>
                  <a:moveTo>
                    <a:pt x="21600" y="11664"/>
                  </a:moveTo>
                  <a:cubicBezTo>
                    <a:pt x="21600" y="9504"/>
                    <a:pt x="21600" y="9504"/>
                    <a:pt x="21600" y="9504"/>
                  </a:cubicBezTo>
                  <a:cubicBezTo>
                    <a:pt x="21600" y="3888"/>
                    <a:pt x="18000" y="0"/>
                    <a:pt x="10800" y="0"/>
                  </a:cubicBezTo>
                  <a:cubicBezTo>
                    <a:pt x="3600" y="0"/>
                    <a:pt x="0" y="5184"/>
                    <a:pt x="0" y="10800"/>
                  </a:cubicBezTo>
                  <a:cubicBezTo>
                    <a:pt x="0" y="16848"/>
                    <a:pt x="3086" y="21600"/>
                    <a:pt x="10800" y="21600"/>
                  </a:cubicBezTo>
                  <a:cubicBezTo>
                    <a:pt x="16457" y="21600"/>
                    <a:pt x="20571" y="19008"/>
                    <a:pt x="21086" y="14688"/>
                  </a:cubicBezTo>
                  <a:cubicBezTo>
                    <a:pt x="16457" y="14688"/>
                    <a:pt x="16457" y="14688"/>
                    <a:pt x="16457" y="14688"/>
                  </a:cubicBezTo>
                  <a:cubicBezTo>
                    <a:pt x="15943" y="17712"/>
                    <a:pt x="14400" y="18576"/>
                    <a:pt x="10800" y="18576"/>
                  </a:cubicBezTo>
                  <a:cubicBezTo>
                    <a:pt x="6171" y="18576"/>
                    <a:pt x="4629" y="15120"/>
                    <a:pt x="4629" y="11664"/>
                  </a:cubicBezTo>
                  <a:lnTo>
                    <a:pt x="21600" y="11664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5" name="Rectangle 9"/>
            <p:cNvSpPr/>
            <p:nvPr/>
          </p:nvSpPr>
          <p:spPr>
            <a:xfrm>
              <a:off x="1124020" y="284162"/>
              <a:ext cx="33469" cy="284795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6" name="Freeform 10"/>
            <p:cNvSpPr/>
            <p:nvPr/>
          </p:nvSpPr>
          <p:spPr>
            <a:xfrm>
              <a:off x="1199165" y="280373"/>
              <a:ext cx="126296" cy="2885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960" y="21600"/>
                  </a:moveTo>
                  <a:cubicBezTo>
                    <a:pt x="12960" y="8894"/>
                    <a:pt x="12960" y="8894"/>
                    <a:pt x="12960" y="8894"/>
                  </a:cubicBezTo>
                  <a:cubicBezTo>
                    <a:pt x="20880" y="8894"/>
                    <a:pt x="20880" y="8894"/>
                    <a:pt x="20880" y="8894"/>
                  </a:cubicBezTo>
                  <a:cubicBezTo>
                    <a:pt x="20880" y="6988"/>
                    <a:pt x="20880" y="6988"/>
                    <a:pt x="20880" y="6988"/>
                  </a:cubicBezTo>
                  <a:cubicBezTo>
                    <a:pt x="12960" y="6988"/>
                    <a:pt x="12960" y="6988"/>
                    <a:pt x="12960" y="6988"/>
                  </a:cubicBezTo>
                  <a:cubicBezTo>
                    <a:pt x="12960" y="4447"/>
                    <a:pt x="12960" y="4447"/>
                    <a:pt x="12960" y="4447"/>
                  </a:cubicBezTo>
                  <a:cubicBezTo>
                    <a:pt x="12960" y="2859"/>
                    <a:pt x="15120" y="2541"/>
                    <a:pt x="18720" y="2541"/>
                  </a:cubicBezTo>
                  <a:cubicBezTo>
                    <a:pt x="19440" y="2541"/>
                    <a:pt x="20880" y="2541"/>
                    <a:pt x="21600" y="2541"/>
                  </a:cubicBezTo>
                  <a:cubicBezTo>
                    <a:pt x="21600" y="318"/>
                    <a:pt x="21600" y="318"/>
                    <a:pt x="21600" y="318"/>
                  </a:cubicBezTo>
                  <a:cubicBezTo>
                    <a:pt x="20160" y="0"/>
                    <a:pt x="18720" y="0"/>
                    <a:pt x="17280" y="0"/>
                  </a:cubicBezTo>
                  <a:cubicBezTo>
                    <a:pt x="10800" y="0"/>
                    <a:pt x="6480" y="1271"/>
                    <a:pt x="6480" y="4129"/>
                  </a:cubicBezTo>
                  <a:cubicBezTo>
                    <a:pt x="6480" y="6988"/>
                    <a:pt x="6480" y="6988"/>
                    <a:pt x="6480" y="6988"/>
                  </a:cubicBezTo>
                  <a:cubicBezTo>
                    <a:pt x="0" y="6988"/>
                    <a:pt x="0" y="6988"/>
                    <a:pt x="0" y="6988"/>
                  </a:cubicBezTo>
                  <a:cubicBezTo>
                    <a:pt x="0" y="8894"/>
                    <a:pt x="0" y="8894"/>
                    <a:pt x="0" y="8894"/>
                  </a:cubicBezTo>
                  <a:cubicBezTo>
                    <a:pt x="6480" y="8894"/>
                    <a:pt x="6480" y="8894"/>
                    <a:pt x="6480" y="8894"/>
                  </a:cubicBezTo>
                  <a:cubicBezTo>
                    <a:pt x="6480" y="21600"/>
                    <a:pt x="6480" y="21600"/>
                    <a:pt x="6480" y="21600"/>
                  </a:cubicBezTo>
                  <a:lnTo>
                    <a:pt x="12960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7" name="Freeform 11"/>
            <p:cNvSpPr/>
            <p:nvPr/>
          </p:nvSpPr>
          <p:spPr>
            <a:xfrm>
              <a:off x="1341878" y="318262"/>
              <a:ext cx="113034" cy="258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603"/>
                  </a:moveTo>
                  <a:cubicBezTo>
                    <a:pt x="0" y="6728"/>
                    <a:pt x="0" y="6728"/>
                    <a:pt x="0" y="6728"/>
                  </a:cubicBezTo>
                  <a:cubicBezTo>
                    <a:pt x="6400" y="6728"/>
                    <a:pt x="6400" y="6728"/>
                    <a:pt x="6400" y="6728"/>
                  </a:cubicBezTo>
                  <a:cubicBezTo>
                    <a:pt x="6400" y="17351"/>
                    <a:pt x="6400" y="17351"/>
                    <a:pt x="6400" y="17351"/>
                  </a:cubicBezTo>
                  <a:cubicBezTo>
                    <a:pt x="6400" y="19475"/>
                    <a:pt x="6400" y="21600"/>
                    <a:pt x="16800" y="21600"/>
                  </a:cubicBezTo>
                  <a:cubicBezTo>
                    <a:pt x="18400" y="21600"/>
                    <a:pt x="20000" y="21246"/>
                    <a:pt x="21600" y="21246"/>
                  </a:cubicBezTo>
                  <a:cubicBezTo>
                    <a:pt x="21600" y="18767"/>
                    <a:pt x="21600" y="18767"/>
                    <a:pt x="21600" y="18767"/>
                  </a:cubicBezTo>
                  <a:cubicBezTo>
                    <a:pt x="20800" y="19121"/>
                    <a:pt x="19200" y="19121"/>
                    <a:pt x="17600" y="19121"/>
                  </a:cubicBezTo>
                  <a:cubicBezTo>
                    <a:pt x="15200" y="19121"/>
                    <a:pt x="13600" y="18413"/>
                    <a:pt x="13600" y="17351"/>
                  </a:cubicBezTo>
                  <a:cubicBezTo>
                    <a:pt x="13600" y="6728"/>
                    <a:pt x="13600" y="6728"/>
                    <a:pt x="13600" y="6728"/>
                  </a:cubicBezTo>
                  <a:cubicBezTo>
                    <a:pt x="21600" y="6728"/>
                    <a:pt x="21600" y="6728"/>
                    <a:pt x="21600" y="6728"/>
                  </a:cubicBezTo>
                  <a:cubicBezTo>
                    <a:pt x="21600" y="4603"/>
                    <a:pt x="21600" y="4603"/>
                    <a:pt x="21600" y="4603"/>
                  </a:cubicBezTo>
                  <a:cubicBezTo>
                    <a:pt x="13600" y="4603"/>
                    <a:pt x="13600" y="4603"/>
                    <a:pt x="13600" y="4603"/>
                  </a:cubicBezTo>
                  <a:cubicBezTo>
                    <a:pt x="13600" y="0"/>
                    <a:pt x="13600" y="0"/>
                    <a:pt x="13600" y="0"/>
                  </a:cubicBezTo>
                  <a:cubicBezTo>
                    <a:pt x="6400" y="1062"/>
                    <a:pt x="6400" y="1062"/>
                    <a:pt x="6400" y="1062"/>
                  </a:cubicBezTo>
                  <a:cubicBezTo>
                    <a:pt x="6400" y="4603"/>
                    <a:pt x="6400" y="4603"/>
                    <a:pt x="6400" y="4603"/>
                  </a:cubicBezTo>
                  <a:lnTo>
                    <a:pt x="0" y="4603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8" name="Freeform 12"/>
            <p:cNvSpPr/>
            <p:nvPr/>
          </p:nvSpPr>
          <p:spPr>
            <a:xfrm>
              <a:off x="637155" y="284162"/>
              <a:ext cx="226699" cy="284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9200" y="21600"/>
                    <a:pt x="9200" y="21600"/>
                    <a:pt x="9200" y="21600"/>
                  </a:cubicBezTo>
                  <a:cubicBezTo>
                    <a:pt x="20400" y="21600"/>
                    <a:pt x="21600" y="13863"/>
                    <a:pt x="21600" y="10961"/>
                  </a:cubicBezTo>
                  <a:cubicBezTo>
                    <a:pt x="21600" y="8060"/>
                    <a:pt x="20400" y="0"/>
                    <a:pt x="920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1600"/>
                  </a:lnTo>
                  <a:close/>
                  <a:moveTo>
                    <a:pt x="3600" y="2579"/>
                  </a:moveTo>
                  <a:cubicBezTo>
                    <a:pt x="9200" y="2579"/>
                    <a:pt x="9200" y="2579"/>
                    <a:pt x="9200" y="2579"/>
                  </a:cubicBezTo>
                  <a:cubicBezTo>
                    <a:pt x="15200" y="2579"/>
                    <a:pt x="18000" y="6448"/>
                    <a:pt x="18000" y="10961"/>
                  </a:cubicBezTo>
                  <a:cubicBezTo>
                    <a:pt x="18000" y="15475"/>
                    <a:pt x="15200" y="19021"/>
                    <a:pt x="9200" y="19021"/>
                  </a:cubicBezTo>
                  <a:cubicBezTo>
                    <a:pt x="3600" y="19021"/>
                    <a:pt x="3600" y="19021"/>
                    <a:pt x="3600" y="19021"/>
                  </a:cubicBezTo>
                  <a:lnTo>
                    <a:pt x="3600" y="2579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50" name="Rechthoek 6"/>
          <p:cNvSpPr/>
          <p:nvPr/>
        </p:nvSpPr>
        <p:spPr>
          <a:xfrm>
            <a:off x="-12032" y="-1"/>
            <a:ext cx="12204032" cy="685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1" name="Tekstvak 4"/>
          <p:cNvSpPr txBox="1"/>
          <p:nvPr/>
        </p:nvSpPr>
        <p:spPr>
          <a:xfrm>
            <a:off x="34969" y="-662297"/>
            <a:ext cx="12100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400" spc="50">
                <a:solidFill>
                  <a:schemeClr val="accent2"/>
                </a:solidFill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1pPr>
          </a:lstStyle>
          <a:p>
            <a:r>
              <a:rPr dirty="0" err="1">
                <a:solidFill>
                  <a:schemeClr val="tx1"/>
                </a:solidFill>
              </a:rPr>
              <a:t>Titelpagina</a:t>
            </a:r>
            <a:r>
              <a:rPr dirty="0">
                <a:solidFill>
                  <a:schemeClr val="tx1"/>
                </a:solidFill>
              </a:rPr>
              <a:t> + </a:t>
            </a:r>
            <a:r>
              <a:rPr dirty="0" err="1">
                <a:solidFill>
                  <a:schemeClr val="tx1"/>
                </a:solidFill>
              </a:rPr>
              <a:t>Beeld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52" name="Tijdelijke aanduiding voor afbeelding 16"/>
          <p:cNvSpPr>
            <a:spLocks noGrp="1"/>
          </p:cNvSpPr>
          <p:nvPr>
            <p:ph type="pic" idx="21"/>
          </p:nvPr>
        </p:nvSpPr>
        <p:spPr>
          <a:xfrm>
            <a:off x="4852465" y="0"/>
            <a:ext cx="7339534" cy="6858000"/>
          </a:xfrm>
          <a:prstGeom prst="rect">
            <a:avLst/>
          </a:prstGeom>
        </p:spPr>
        <p:txBody>
          <a:bodyPr lIns="91439" tIns="45719" rIns="91439" bIns="45719"/>
          <a:lstStyle/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25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98500" y="4883660"/>
            <a:ext cx="3729203" cy="24847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ClrTx/>
              <a:buSzTx/>
              <a:buNone/>
              <a:defRPr b="1">
                <a:solidFill>
                  <a:srgbClr val="FFFFFF"/>
                </a:solidFill>
              </a:defRPr>
            </a:lvl1pPr>
            <a:lvl2pPr marL="0" indent="457200">
              <a:buClrTx/>
              <a:buSzTx/>
              <a:buNone/>
              <a:defRPr b="1">
                <a:solidFill>
                  <a:srgbClr val="FFFFFF"/>
                </a:solidFill>
              </a:defRPr>
            </a:lvl2pPr>
            <a:lvl3pPr indent="914400">
              <a:buClrTx/>
              <a:buFontTx/>
              <a:defRPr b="1">
                <a:solidFill>
                  <a:srgbClr val="FFFFFF"/>
                </a:solidFill>
              </a:defRPr>
            </a:lvl3pPr>
            <a:lvl4pPr indent="1371600">
              <a:buClrTx/>
              <a:buFontTx/>
              <a:defRPr b="1">
                <a:solidFill>
                  <a:srgbClr val="FFFFFF"/>
                </a:solidFill>
              </a:defRPr>
            </a:lvl4pPr>
            <a:lvl5pPr marL="0" indent="1828800">
              <a:buClrTx/>
              <a:buSzTx/>
              <a:buFontTx/>
              <a:buNone/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4" name="Tijdelijke aanduiding voor tekst 20"/>
          <p:cNvSpPr>
            <a:spLocks noGrp="1"/>
          </p:cNvSpPr>
          <p:nvPr>
            <p:ph type="body" sz="quarter" idx="22" hasCustomPrompt="1"/>
          </p:nvPr>
        </p:nvSpPr>
        <p:spPr>
          <a:xfrm>
            <a:off x="698498" y="1413981"/>
            <a:ext cx="3729206" cy="292540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defTabSz="914400">
              <a:lnSpc>
                <a:spcPct val="100000"/>
              </a:lnSpc>
              <a:spcBef>
                <a:spcPts val="500"/>
              </a:spcBef>
              <a:buClrTx/>
              <a:buSzTx/>
              <a:buNone/>
              <a:defRPr sz="3800">
                <a:solidFill>
                  <a:srgbClr val="FFFFFF"/>
                </a:solidFill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1pPr>
          </a:lstStyle>
          <a:p>
            <a:r>
              <a:t>Plaats hier de titel van de presentatie</a:t>
            </a:r>
          </a:p>
        </p:txBody>
      </p:sp>
      <p:sp>
        <p:nvSpPr>
          <p:cNvPr id="255" name="Tijdelijke aanduiding voor tekst 17"/>
          <p:cNvSpPr>
            <a:spLocks noGrp="1"/>
          </p:cNvSpPr>
          <p:nvPr>
            <p:ph type="body" sz="quarter" idx="23" hasCustomPrompt="1"/>
          </p:nvPr>
        </p:nvSpPr>
        <p:spPr>
          <a:xfrm>
            <a:off x="698500" y="5377708"/>
            <a:ext cx="1454400" cy="7201"/>
          </a:xfrm>
          <a:prstGeom prst="rect">
            <a:avLst/>
          </a:prstGeom>
          <a:solidFill>
            <a:srgbClr val="FFFFFF"/>
          </a:solidFill>
        </p:spPr>
        <p:txBody>
          <a:bodyPr>
            <a:normAutofit/>
          </a:bodyPr>
          <a:lstStyle>
            <a:lvl1pPr marL="0" indent="0" defTabSz="287655">
              <a:spcBef>
                <a:spcPts val="400"/>
              </a:spcBef>
              <a:buClrTx/>
              <a:buSzTx/>
              <a:buNone/>
              <a:defRPr sz="640"/>
            </a:lvl1pPr>
          </a:lstStyle>
          <a:p>
            <a:r>
              <a:t>  </a:t>
            </a:r>
          </a:p>
        </p:txBody>
      </p:sp>
      <p:sp>
        <p:nvSpPr>
          <p:cNvPr id="2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66" name="Graphic 65">
            <a:extLst>
              <a:ext uri="{FF2B5EF4-FFF2-40B4-BE49-F238E27FC236}">
                <a16:creationId xmlns:a16="http://schemas.microsoft.com/office/drawing/2014/main" id="{C8B2F066-9B7C-C54F-9CB0-80B54583A6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800" y="5846400"/>
            <a:ext cx="1461599" cy="103308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611DCFD-0159-AE1A-74A4-6421C93D139C}"/>
              </a:ext>
            </a:extLst>
          </p:cNvPr>
          <p:cNvGrpSpPr/>
          <p:nvPr userDrawn="1"/>
        </p:nvGrpSpPr>
        <p:grpSpPr>
          <a:xfrm>
            <a:off x="2982510" y="-1286712"/>
            <a:ext cx="6858001" cy="592943"/>
            <a:chOff x="2982510" y="-1286712"/>
            <a:chExt cx="6858001" cy="592943"/>
          </a:xfrm>
        </p:grpSpPr>
        <p:sp>
          <p:nvSpPr>
            <p:cNvPr id="3" name="Rechthoek 36">
              <a:extLst>
                <a:ext uri="{FF2B5EF4-FFF2-40B4-BE49-F238E27FC236}">
                  <a16:creationId xmlns:a16="http://schemas.microsoft.com/office/drawing/2014/main" id="{08F5EF41-2E54-5354-9531-AF622601B9ED}"/>
                </a:ext>
              </a:extLst>
            </p:cNvPr>
            <p:cNvSpPr/>
            <p:nvPr/>
          </p:nvSpPr>
          <p:spPr>
            <a:xfrm rot="16200000">
              <a:off x="6254550" y="-4279730"/>
              <a:ext cx="313921" cy="6858001"/>
            </a:xfrm>
            <a:prstGeom prst="rect">
              <a:avLst/>
            </a:prstGeom>
            <a:solidFill>
              <a:srgbClr val="00A6D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dirty="0"/>
            </a:p>
          </p:txBody>
        </p:sp>
        <p:grpSp>
          <p:nvGrpSpPr>
            <p:cNvPr id="4" name="Groep 8">
              <a:extLst>
                <a:ext uri="{FF2B5EF4-FFF2-40B4-BE49-F238E27FC236}">
                  <a16:creationId xmlns:a16="http://schemas.microsoft.com/office/drawing/2014/main" id="{206A86CF-9424-136E-D661-F00A29D2AD5D}"/>
                </a:ext>
              </a:extLst>
            </p:cNvPr>
            <p:cNvGrpSpPr/>
            <p:nvPr/>
          </p:nvGrpSpPr>
          <p:grpSpPr>
            <a:xfrm>
              <a:off x="2982511" y="-1286711"/>
              <a:ext cx="6226976" cy="211382"/>
              <a:chOff x="0" y="0"/>
              <a:chExt cx="6226974" cy="211380"/>
            </a:xfrm>
          </p:grpSpPr>
          <p:sp>
            <p:nvSpPr>
              <p:cNvPr id="6" name="Rechthoek 6">
                <a:extLst>
                  <a:ext uri="{FF2B5EF4-FFF2-40B4-BE49-F238E27FC236}">
                    <a16:creationId xmlns:a16="http://schemas.microsoft.com/office/drawing/2014/main" id="{FD09A7B4-97BD-AE6D-2D9D-C23E16ED7D86}"/>
                  </a:ext>
                </a:extLst>
              </p:cNvPr>
              <p:cNvSpPr/>
              <p:nvPr/>
            </p:nvSpPr>
            <p:spPr>
              <a:xfrm rot="16200000">
                <a:off x="168192" y="-168191"/>
                <a:ext cx="211380" cy="547765"/>
              </a:xfrm>
              <a:prstGeom prst="rect">
                <a:avLst/>
              </a:prstGeom>
              <a:solidFill>
                <a:srgbClr val="0C234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7" name="Rechthoek 29">
                <a:extLst>
                  <a:ext uri="{FF2B5EF4-FFF2-40B4-BE49-F238E27FC236}">
                    <a16:creationId xmlns:a16="http://schemas.microsoft.com/office/drawing/2014/main" id="{A5B95626-60F9-2A08-3458-9F401F0C32F5}"/>
                  </a:ext>
                </a:extLst>
              </p:cNvPr>
              <p:cNvSpPr/>
              <p:nvPr/>
            </p:nvSpPr>
            <p:spPr>
              <a:xfrm rot="16200000">
                <a:off x="799215" y="-168191"/>
                <a:ext cx="211380" cy="547765"/>
              </a:xfrm>
              <a:prstGeom prst="rect">
                <a:avLst/>
              </a:prstGeom>
              <a:solidFill>
                <a:srgbClr val="00B8C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8" name="Rechthoek 30">
                <a:extLst>
                  <a:ext uri="{FF2B5EF4-FFF2-40B4-BE49-F238E27FC236}">
                    <a16:creationId xmlns:a16="http://schemas.microsoft.com/office/drawing/2014/main" id="{4205DB2E-CB2B-69A3-102C-E05AC693B9EB}"/>
                  </a:ext>
                </a:extLst>
              </p:cNvPr>
              <p:cNvSpPr/>
              <p:nvPr/>
            </p:nvSpPr>
            <p:spPr>
              <a:xfrm rot="16200000">
                <a:off x="1430239" y="-168191"/>
                <a:ext cx="211380" cy="547765"/>
              </a:xfrm>
              <a:prstGeom prst="rect">
                <a:avLst/>
              </a:prstGeom>
              <a:solidFill>
                <a:srgbClr val="0076C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" name="Rechthoek 31">
                <a:extLst>
                  <a:ext uri="{FF2B5EF4-FFF2-40B4-BE49-F238E27FC236}">
                    <a16:creationId xmlns:a16="http://schemas.microsoft.com/office/drawing/2014/main" id="{9BEADB96-0737-9487-98CC-51CFA6240793}"/>
                  </a:ext>
                </a:extLst>
              </p:cNvPr>
              <p:cNvSpPr/>
              <p:nvPr/>
            </p:nvSpPr>
            <p:spPr>
              <a:xfrm rot="16200000">
                <a:off x="2061263" y="-168191"/>
                <a:ext cx="211380" cy="547765"/>
              </a:xfrm>
              <a:prstGeom prst="rect">
                <a:avLst/>
              </a:prstGeom>
              <a:solidFill>
                <a:srgbClr val="6F1D7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" name="Rechthoek 32">
                <a:extLst>
                  <a:ext uri="{FF2B5EF4-FFF2-40B4-BE49-F238E27FC236}">
                    <a16:creationId xmlns:a16="http://schemas.microsoft.com/office/drawing/2014/main" id="{6709527F-CFBE-58E7-CA48-56B547274A34}"/>
                  </a:ext>
                </a:extLst>
              </p:cNvPr>
              <p:cNvSpPr/>
              <p:nvPr/>
            </p:nvSpPr>
            <p:spPr>
              <a:xfrm rot="16200000">
                <a:off x="2692286" y="-168191"/>
                <a:ext cx="211380" cy="547765"/>
              </a:xfrm>
              <a:prstGeom prst="rect">
                <a:avLst/>
              </a:prstGeom>
              <a:solidFill>
                <a:srgbClr val="EF6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" name="Rechthoek 33">
                <a:extLst>
                  <a:ext uri="{FF2B5EF4-FFF2-40B4-BE49-F238E27FC236}">
                    <a16:creationId xmlns:a16="http://schemas.microsoft.com/office/drawing/2014/main" id="{C331EC64-2F97-77BC-4526-3A6CFC43AA50}"/>
                  </a:ext>
                </a:extLst>
              </p:cNvPr>
              <p:cNvSpPr/>
              <p:nvPr/>
            </p:nvSpPr>
            <p:spPr>
              <a:xfrm rot="16200000">
                <a:off x="3323310" y="-168191"/>
                <a:ext cx="211380" cy="547765"/>
              </a:xfrm>
              <a:prstGeom prst="rect">
                <a:avLst/>
              </a:prstGeom>
              <a:solidFill>
                <a:srgbClr val="A5003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2" name="Rechthoek 34">
                <a:extLst>
                  <a:ext uri="{FF2B5EF4-FFF2-40B4-BE49-F238E27FC236}">
                    <a16:creationId xmlns:a16="http://schemas.microsoft.com/office/drawing/2014/main" id="{C317057E-4991-CBBD-5019-C8D0E27D7D02}"/>
                  </a:ext>
                </a:extLst>
              </p:cNvPr>
              <p:cNvSpPr/>
              <p:nvPr/>
            </p:nvSpPr>
            <p:spPr>
              <a:xfrm rot="16200000">
                <a:off x="3954334" y="-168191"/>
                <a:ext cx="211380" cy="547765"/>
              </a:xfrm>
              <a:prstGeom prst="rect">
                <a:avLst/>
              </a:prstGeom>
              <a:solidFill>
                <a:srgbClr val="E03C3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3" name="Rechthoek 37">
                <a:extLst>
                  <a:ext uri="{FF2B5EF4-FFF2-40B4-BE49-F238E27FC236}">
                    <a16:creationId xmlns:a16="http://schemas.microsoft.com/office/drawing/2014/main" id="{716D2C72-4B24-5382-6C7F-E78749A8B470}"/>
                  </a:ext>
                </a:extLst>
              </p:cNvPr>
              <p:cNvSpPr/>
              <p:nvPr/>
            </p:nvSpPr>
            <p:spPr>
              <a:xfrm rot="16200000">
                <a:off x="4585357" y="-168192"/>
                <a:ext cx="211380" cy="547765"/>
              </a:xfrm>
              <a:prstGeom prst="rect">
                <a:avLst/>
              </a:prstGeom>
              <a:solidFill>
                <a:srgbClr val="ED684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4" name="Rechthoek 38">
                <a:extLst>
                  <a:ext uri="{FF2B5EF4-FFF2-40B4-BE49-F238E27FC236}">
                    <a16:creationId xmlns:a16="http://schemas.microsoft.com/office/drawing/2014/main" id="{8481F94D-DB3E-D629-42F1-9B411934EB0F}"/>
                  </a:ext>
                </a:extLst>
              </p:cNvPr>
              <p:cNvSpPr/>
              <p:nvPr/>
            </p:nvSpPr>
            <p:spPr>
              <a:xfrm rot="16200000">
                <a:off x="5216380" y="-168192"/>
                <a:ext cx="211380" cy="547764"/>
              </a:xfrm>
              <a:prstGeom prst="rect">
                <a:avLst/>
              </a:prstGeom>
              <a:solidFill>
                <a:srgbClr val="FFB81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5" name="Rechthoek 39">
                <a:extLst>
                  <a:ext uri="{FF2B5EF4-FFF2-40B4-BE49-F238E27FC236}">
                    <a16:creationId xmlns:a16="http://schemas.microsoft.com/office/drawing/2014/main" id="{3A115000-AE9E-43DD-5A35-BCB2527E32B8}"/>
                  </a:ext>
                </a:extLst>
              </p:cNvPr>
              <p:cNvSpPr/>
              <p:nvPr/>
            </p:nvSpPr>
            <p:spPr>
              <a:xfrm rot="16200000">
                <a:off x="5847403" y="-168193"/>
                <a:ext cx="211380" cy="547765"/>
              </a:xfrm>
              <a:prstGeom prst="rect">
                <a:avLst/>
              </a:prstGeom>
              <a:solidFill>
                <a:srgbClr val="6CC24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sp>
          <p:nvSpPr>
            <p:cNvPr id="5" name="Rechthoek 39">
              <a:extLst>
                <a:ext uri="{FF2B5EF4-FFF2-40B4-BE49-F238E27FC236}">
                  <a16:creationId xmlns:a16="http://schemas.microsoft.com/office/drawing/2014/main" id="{AA5EA87A-1F05-6B5A-62FA-12C5F86B4E6F}"/>
                </a:ext>
              </a:extLst>
            </p:cNvPr>
            <p:cNvSpPr/>
            <p:nvPr userDrawn="1"/>
          </p:nvSpPr>
          <p:spPr>
            <a:xfrm rot="16200000">
              <a:off x="9460936" y="-1454904"/>
              <a:ext cx="211382" cy="547765"/>
            </a:xfrm>
            <a:prstGeom prst="rect">
              <a:avLst/>
            </a:prstGeom>
            <a:solidFill>
              <a:srgbClr val="009B7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roup 4"/>
          <p:cNvGrpSpPr/>
          <p:nvPr/>
        </p:nvGrpSpPr>
        <p:grpSpPr>
          <a:xfrm>
            <a:off x="698501" y="5884314"/>
            <a:ext cx="1454912" cy="577167"/>
            <a:chOff x="0" y="0"/>
            <a:chExt cx="1454911" cy="577165"/>
          </a:xfrm>
        </p:grpSpPr>
        <p:sp>
          <p:nvSpPr>
            <p:cNvPr id="311" name="Freeform 5"/>
            <p:cNvSpPr/>
            <p:nvPr/>
          </p:nvSpPr>
          <p:spPr>
            <a:xfrm>
              <a:off x="289214" y="284162"/>
              <a:ext cx="268376" cy="293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7530"/>
                  </a:moveTo>
                  <a:cubicBezTo>
                    <a:pt x="13837" y="17530"/>
                    <a:pt x="15525" y="15652"/>
                    <a:pt x="15525" y="13148"/>
                  </a:cubicBezTo>
                  <a:cubicBezTo>
                    <a:pt x="15525" y="0"/>
                    <a:pt x="15525" y="0"/>
                    <a:pt x="15525" y="0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1600" y="13461"/>
                    <a:pt x="21600" y="13461"/>
                    <a:pt x="21600" y="13461"/>
                  </a:cubicBezTo>
                  <a:cubicBezTo>
                    <a:pt x="21600" y="19096"/>
                    <a:pt x="16537" y="21600"/>
                    <a:pt x="10800" y="21600"/>
                  </a:cubicBezTo>
                  <a:cubicBezTo>
                    <a:pt x="5063" y="21600"/>
                    <a:pt x="0" y="19096"/>
                    <a:pt x="0" y="134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413" y="0"/>
                    <a:pt x="6413" y="0"/>
                    <a:pt x="6413" y="0"/>
                  </a:cubicBezTo>
                  <a:cubicBezTo>
                    <a:pt x="6413" y="13148"/>
                    <a:pt x="6413" y="13148"/>
                    <a:pt x="6413" y="13148"/>
                  </a:cubicBezTo>
                  <a:cubicBezTo>
                    <a:pt x="6413" y="15652"/>
                    <a:pt x="7763" y="17530"/>
                    <a:pt x="10800" y="1753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2" name="Freeform 6"/>
            <p:cNvSpPr/>
            <p:nvPr/>
          </p:nvSpPr>
          <p:spPr>
            <a:xfrm>
              <a:off x="0" y="284162"/>
              <a:ext cx="251958" cy="284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79" y="21600"/>
                  </a:moveTo>
                  <a:lnTo>
                    <a:pt x="14400" y="21600"/>
                  </a:lnTo>
                  <a:lnTo>
                    <a:pt x="14400" y="4215"/>
                  </a:lnTo>
                  <a:lnTo>
                    <a:pt x="21600" y="4215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4215"/>
                  </a:lnTo>
                  <a:lnTo>
                    <a:pt x="7579" y="4215"/>
                  </a:lnTo>
                  <a:lnTo>
                    <a:pt x="7579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3" name="Freeform 7"/>
            <p:cNvSpPr/>
            <p:nvPr/>
          </p:nvSpPr>
          <p:spPr>
            <a:xfrm>
              <a:off x="76645" y="-1"/>
              <a:ext cx="266458" cy="267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65" h="21600" extrusionOk="0">
                  <a:moveTo>
                    <a:pt x="15162" y="12000"/>
                  </a:moveTo>
                  <a:cubicBezTo>
                    <a:pt x="13573" y="12343"/>
                    <a:pt x="11985" y="12000"/>
                    <a:pt x="11985" y="9943"/>
                  </a:cubicBezTo>
                  <a:cubicBezTo>
                    <a:pt x="11985" y="6857"/>
                    <a:pt x="18973" y="4114"/>
                    <a:pt x="19926" y="1371"/>
                  </a:cubicBezTo>
                  <a:cubicBezTo>
                    <a:pt x="20244" y="686"/>
                    <a:pt x="20244" y="0"/>
                    <a:pt x="19926" y="0"/>
                  </a:cubicBezTo>
                  <a:cubicBezTo>
                    <a:pt x="19609" y="0"/>
                    <a:pt x="19926" y="343"/>
                    <a:pt x="19291" y="1029"/>
                  </a:cubicBezTo>
                  <a:cubicBezTo>
                    <a:pt x="16432" y="4114"/>
                    <a:pt x="11668" y="4114"/>
                    <a:pt x="8173" y="5829"/>
                  </a:cubicBezTo>
                  <a:cubicBezTo>
                    <a:pt x="5632" y="6857"/>
                    <a:pt x="-1356" y="10629"/>
                    <a:pt x="232" y="18514"/>
                  </a:cubicBezTo>
                  <a:cubicBezTo>
                    <a:pt x="232" y="18857"/>
                    <a:pt x="550" y="20229"/>
                    <a:pt x="868" y="20229"/>
                  </a:cubicBezTo>
                  <a:cubicBezTo>
                    <a:pt x="868" y="20229"/>
                    <a:pt x="868" y="19543"/>
                    <a:pt x="868" y="18514"/>
                  </a:cubicBezTo>
                  <a:cubicBezTo>
                    <a:pt x="868" y="13714"/>
                    <a:pt x="6268" y="12343"/>
                    <a:pt x="7856" y="9257"/>
                  </a:cubicBezTo>
                  <a:cubicBezTo>
                    <a:pt x="8173" y="8914"/>
                    <a:pt x="8491" y="8571"/>
                    <a:pt x="8491" y="8571"/>
                  </a:cubicBezTo>
                  <a:cubicBezTo>
                    <a:pt x="8491" y="8914"/>
                    <a:pt x="8491" y="8914"/>
                    <a:pt x="8491" y="9257"/>
                  </a:cubicBezTo>
                  <a:cubicBezTo>
                    <a:pt x="7856" y="12000"/>
                    <a:pt x="5315" y="13371"/>
                    <a:pt x="6268" y="15429"/>
                  </a:cubicBezTo>
                  <a:cubicBezTo>
                    <a:pt x="6903" y="17829"/>
                    <a:pt x="9762" y="15771"/>
                    <a:pt x="10397" y="14400"/>
                  </a:cubicBezTo>
                  <a:cubicBezTo>
                    <a:pt x="10715" y="14057"/>
                    <a:pt x="10715" y="13714"/>
                    <a:pt x="11032" y="13714"/>
                  </a:cubicBezTo>
                  <a:cubicBezTo>
                    <a:pt x="11032" y="13714"/>
                    <a:pt x="11032" y="14400"/>
                    <a:pt x="11032" y="14743"/>
                  </a:cubicBezTo>
                  <a:cubicBezTo>
                    <a:pt x="10397" y="17486"/>
                    <a:pt x="10079" y="18857"/>
                    <a:pt x="8173" y="20571"/>
                  </a:cubicBezTo>
                  <a:cubicBezTo>
                    <a:pt x="7538" y="20914"/>
                    <a:pt x="6585" y="21257"/>
                    <a:pt x="6585" y="21600"/>
                  </a:cubicBezTo>
                  <a:cubicBezTo>
                    <a:pt x="6585" y="21600"/>
                    <a:pt x="7220" y="21600"/>
                    <a:pt x="7538" y="21600"/>
                  </a:cubicBezTo>
                  <a:cubicBezTo>
                    <a:pt x="12303" y="21257"/>
                    <a:pt x="16432" y="15086"/>
                    <a:pt x="17703" y="10971"/>
                  </a:cubicBezTo>
                  <a:cubicBezTo>
                    <a:pt x="17703" y="10629"/>
                    <a:pt x="17703" y="10286"/>
                    <a:pt x="17703" y="10286"/>
                  </a:cubicBezTo>
                  <a:cubicBezTo>
                    <a:pt x="17385" y="9943"/>
                    <a:pt x="17385" y="10286"/>
                    <a:pt x="17068" y="10629"/>
                  </a:cubicBezTo>
                  <a:cubicBezTo>
                    <a:pt x="16432" y="10971"/>
                    <a:pt x="15797" y="11657"/>
                    <a:pt x="15162" y="1200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4" name="Freeform 8"/>
            <p:cNvSpPr/>
            <p:nvPr/>
          </p:nvSpPr>
          <p:spPr>
            <a:xfrm>
              <a:off x="901742" y="364991"/>
              <a:ext cx="176182" cy="2121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29" y="9072"/>
                  </a:moveTo>
                  <a:cubicBezTo>
                    <a:pt x="4629" y="5616"/>
                    <a:pt x="6686" y="3024"/>
                    <a:pt x="10800" y="3024"/>
                  </a:cubicBezTo>
                  <a:cubicBezTo>
                    <a:pt x="14914" y="3024"/>
                    <a:pt x="16971" y="5616"/>
                    <a:pt x="16971" y="9072"/>
                  </a:cubicBezTo>
                  <a:lnTo>
                    <a:pt x="4629" y="9072"/>
                  </a:lnTo>
                  <a:close/>
                  <a:moveTo>
                    <a:pt x="21600" y="11664"/>
                  </a:moveTo>
                  <a:cubicBezTo>
                    <a:pt x="21600" y="9504"/>
                    <a:pt x="21600" y="9504"/>
                    <a:pt x="21600" y="9504"/>
                  </a:cubicBezTo>
                  <a:cubicBezTo>
                    <a:pt x="21600" y="3888"/>
                    <a:pt x="18000" y="0"/>
                    <a:pt x="10800" y="0"/>
                  </a:cubicBezTo>
                  <a:cubicBezTo>
                    <a:pt x="3600" y="0"/>
                    <a:pt x="0" y="5184"/>
                    <a:pt x="0" y="10800"/>
                  </a:cubicBezTo>
                  <a:cubicBezTo>
                    <a:pt x="0" y="16848"/>
                    <a:pt x="3086" y="21600"/>
                    <a:pt x="10800" y="21600"/>
                  </a:cubicBezTo>
                  <a:cubicBezTo>
                    <a:pt x="16457" y="21600"/>
                    <a:pt x="20571" y="19008"/>
                    <a:pt x="21086" y="14688"/>
                  </a:cubicBezTo>
                  <a:cubicBezTo>
                    <a:pt x="16457" y="14688"/>
                    <a:pt x="16457" y="14688"/>
                    <a:pt x="16457" y="14688"/>
                  </a:cubicBezTo>
                  <a:cubicBezTo>
                    <a:pt x="15943" y="17712"/>
                    <a:pt x="14400" y="18576"/>
                    <a:pt x="10800" y="18576"/>
                  </a:cubicBezTo>
                  <a:cubicBezTo>
                    <a:pt x="6171" y="18576"/>
                    <a:pt x="4629" y="15120"/>
                    <a:pt x="4629" y="11664"/>
                  </a:cubicBezTo>
                  <a:lnTo>
                    <a:pt x="21600" y="11664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5" name="Rectangle 9"/>
            <p:cNvSpPr/>
            <p:nvPr/>
          </p:nvSpPr>
          <p:spPr>
            <a:xfrm>
              <a:off x="1124020" y="284162"/>
              <a:ext cx="33469" cy="284795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6" name="Freeform 10"/>
            <p:cNvSpPr/>
            <p:nvPr/>
          </p:nvSpPr>
          <p:spPr>
            <a:xfrm>
              <a:off x="1199165" y="280373"/>
              <a:ext cx="126296" cy="2885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960" y="21600"/>
                  </a:moveTo>
                  <a:cubicBezTo>
                    <a:pt x="12960" y="8894"/>
                    <a:pt x="12960" y="8894"/>
                    <a:pt x="12960" y="8894"/>
                  </a:cubicBezTo>
                  <a:cubicBezTo>
                    <a:pt x="20880" y="8894"/>
                    <a:pt x="20880" y="8894"/>
                    <a:pt x="20880" y="8894"/>
                  </a:cubicBezTo>
                  <a:cubicBezTo>
                    <a:pt x="20880" y="6988"/>
                    <a:pt x="20880" y="6988"/>
                    <a:pt x="20880" y="6988"/>
                  </a:cubicBezTo>
                  <a:cubicBezTo>
                    <a:pt x="12960" y="6988"/>
                    <a:pt x="12960" y="6988"/>
                    <a:pt x="12960" y="6988"/>
                  </a:cubicBezTo>
                  <a:cubicBezTo>
                    <a:pt x="12960" y="4447"/>
                    <a:pt x="12960" y="4447"/>
                    <a:pt x="12960" y="4447"/>
                  </a:cubicBezTo>
                  <a:cubicBezTo>
                    <a:pt x="12960" y="2859"/>
                    <a:pt x="15120" y="2541"/>
                    <a:pt x="18720" y="2541"/>
                  </a:cubicBezTo>
                  <a:cubicBezTo>
                    <a:pt x="19440" y="2541"/>
                    <a:pt x="20880" y="2541"/>
                    <a:pt x="21600" y="2541"/>
                  </a:cubicBezTo>
                  <a:cubicBezTo>
                    <a:pt x="21600" y="318"/>
                    <a:pt x="21600" y="318"/>
                    <a:pt x="21600" y="318"/>
                  </a:cubicBezTo>
                  <a:cubicBezTo>
                    <a:pt x="20160" y="0"/>
                    <a:pt x="18720" y="0"/>
                    <a:pt x="17280" y="0"/>
                  </a:cubicBezTo>
                  <a:cubicBezTo>
                    <a:pt x="10800" y="0"/>
                    <a:pt x="6480" y="1271"/>
                    <a:pt x="6480" y="4129"/>
                  </a:cubicBezTo>
                  <a:cubicBezTo>
                    <a:pt x="6480" y="6988"/>
                    <a:pt x="6480" y="6988"/>
                    <a:pt x="6480" y="6988"/>
                  </a:cubicBezTo>
                  <a:cubicBezTo>
                    <a:pt x="0" y="6988"/>
                    <a:pt x="0" y="6988"/>
                    <a:pt x="0" y="6988"/>
                  </a:cubicBezTo>
                  <a:cubicBezTo>
                    <a:pt x="0" y="8894"/>
                    <a:pt x="0" y="8894"/>
                    <a:pt x="0" y="8894"/>
                  </a:cubicBezTo>
                  <a:cubicBezTo>
                    <a:pt x="6480" y="8894"/>
                    <a:pt x="6480" y="8894"/>
                    <a:pt x="6480" y="8894"/>
                  </a:cubicBezTo>
                  <a:cubicBezTo>
                    <a:pt x="6480" y="21600"/>
                    <a:pt x="6480" y="21600"/>
                    <a:pt x="6480" y="21600"/>
                  </a:cubicBezTo>
                  <a:lnTo>
                    <a:pt x="12960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7" name="Freeform 11"/>
            <p:cNvSpPr/>
            <p:nvPr/>
          </p:nvSpPr>
          <p:spPr>
            <a:xfrm>
              <a:off x="1341878" y="318262"/>
              <a:ext cx="113034" cy="258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603"/>
                  </a:moveTo>
                  <a:cubicBezTo>
                    <a:pt x="0" y="6728"/>
                    <a:pt x="0" y="6728"/>
                    <a:pt x="0" y="6728"/>
                  </a:cubicBezTo>
                  <a:cubicBezTo>
                    <a:pt x="6400" y="6728"/>
                    <a:pt x="6400" y="6728"/>
                    <a:pt x="6400" y="6728"/>
                  </a:cubicBezTo>
                  <a:cubicBezTo>
                    <a:pt x="6400" y="17351"/>
                    <a:pt x="6400" y="17351"/>
                    <a:pt x="6400" y="17351"/>
                  </a:cubicBezTo>
                  <a:cubicBezTo>
                    <a:pt x="6400" y="19475"/>
                    <a:pt x="6400" y="21600"/>
                    <a:pt x="16800" y="21600"/>
                  </a:cubicBezTo>
                  <a:cubicBezTo>
                    <a:pt x="18400" y="21600"/>
                    <a:pt x="20000" y="21246"/>
                    <a:pt x="21600" y="21246"/>
                  </a:cubicBezTo>
                  <a:cubicBezTo>
                    <a:pt x="21600" y="18767"/>
                    <a:pt x="21600" y="18767"/>
                    <a:pt x="21600" y="18767"/>
                  </a:cubicBezTo>
                  <a:cubicBezTo>
                    <a:pt x="20800" y="19121"/>
                    <a:pt x="19200" y="19121"/>
                    <a:pt x="17600" y="19121"/>
                  </a:cubicBezTo>
                  <a:cubicBezTo>
                    <a:pt x="15200" y="19121"/>
                    <a:pt x="13600" y="18413"/>
                    <a:pt x="13600" y="17351"/>
                  </a:cubicBezTo>
                  <a:cubicBezTo>
                    <a:pt x="13600" y="6728"/>
                    <a:pt x="13600" y="6728"/>
                    <a:pt x="13600" y="6728"/>
                  </a:cubicBezTo>
                  <a:cubicBezTo>
                    <a:pt x="21600" y="6728"/>
                    <a:pt x="21600" y="6728"/>
                    <a:pt x="21600" y="6728"/>
                  </a:cubicBezTo>
                  <a:cubicBezTo>
                    <a:pt x="21600" y="4603"/>
                    <a:pt x="21600" y="4603"/>
                    <a:pt x="21600" y="4603"/>
                  </a:cubicBezTo>
                  <a:cubicBezTo>
                    <a:pt x="13600" y="4603"/>
                    <a:pt x="13600" y="4603"/>
                    <a:pt x="13600" y="4603"/>
                  </a:cubicBezTo>
                  <a:cubicBezTo>
                    <a:pt x="13600" y="0"/>
                    <a:pt x="13600" y="0"/>
                    <a:pt x="13600" y="0"/>
                  </a:cubicBezTo>
                  <a:cubicBezTo>
                    <a:pt x="6400" y="1062"/>
                    <a:pt x="6400" y="1062"/>
                    <a:pt x="6400" y="1062"/>
                  </a:cubicBezTo>
                  <a:cubicBezTo>
                    <a:pt x="6400" y="4603"/>
                    <a:pt x="6400" y="4603"/>
                    <a:pt x="6400" y="4603"/>
                  </a:cubicBezTo>
                  <a:lnTo>
                    <a:pt x="0" y="4603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8" name="Freeform 12"/>
            <p:cNvSpPr/>
            <p:nvPr/>
          </p:nvSpPr>
          <p:spPr>
            <a:xfrm>
              <a:off x="637155" y="284162"/>
              <a:ext cx="226699" cy="284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9200" y="21600"/>
                    <a:pt x="9200" y="21600"/>
                    <a:pt x="9200" y="21600"/>
                  </a:cubicBezTo>
                  <a:cubicBezTo>
                    <a:pt x="20400" y="21600"/>
                    <a:pt x="21600" y="13863"/>
                    <a:pt x="21600" y="10961"/>
                  </a:cubicBezTo>
                  <a:cubicBezTo>
                    <a:pt x="21600" y="8060"/>
                    <a:pt x="20400" y="0"/>
                    <a:pt x="920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1600"/>
                  </a:lnTo>
                  <a:close/>
                  <a:moveTo>
                    <a:pt x="3600" y="2579"/>
                  </a:moveTo>
                  <a:cubicBezTo>
                    <a:pt x="9200" y="2579"/>
                    <a:pt x="9200" y="2579"/>
                    <a:pt x="9200" y="2579"/>
                  </a:cubicBezTo>
                  <a:cubicBezTo>
                    <a:pt x="15200" y="2579"/>
                    <a:pt x="18000" y="6448"/>
                    <a:pt x="18000" y="10961"/>
                  </a:cubicBezTo>
                  <a:cubicBezTo>
                    <a:pt x="18000" y="15475"/>
                    <a:pt x="15200" y="19021"/>
                    <a:pt x="9200" y="19021"/>
                  </a:cubicBezTo>
                  <a:cubicBezTo>
                    <a:pt x="3600" y="19021"/>
                    <a:pt x="3600" y="19021"/>
                    <a:pt x="3600" y="19021"/>
                  </a:cubicBezTo>
                  <a:lnTo>
                    <a:pt x="3600" y="2579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20" name="Plaats hier je titel"/>
          <p:cNvSpPr txBox="1">
            <a:spLocks noGrp="1"/>
          </p:cNvSpPr>
          <p:nvPr>
            <p:ph type="title" hasCustomPrompt="1"/>
          </p:nvPr>
        </p:nvSpPr>
        <p:spPr>
          <a:xfrm>
            <a:off x="698500" y="741499"/>
            <a:ext cx="10775071" cy="4904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Plaats hier je titel</a:t>
            </a:r>
          </a:p>
        </p:txBody>
      </p:sp>
      <p:sp>
        <p:nvSpPr>
          <p:cNvPr id="32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289785" y="6246130"/>
            <a:ext cx="182216" cy="1728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22" name="Tekstvak 4"/>
          <p:cNvSpPr txBox="1"/>
          <p:nvPr/>
        </p:nvSpPr>
        <p:spPr>
          <a:xfrm>
            <a:off x="34969" y="-662297"/>
            <a:ext cx="12100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400" spc="50">
                <a:solidFill>
                  <a:schemeClr val="accent2"/>
                </a:solidFill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1pPr>
          </a:lstStyle>
          <a:p>
            <a:r>
              <a:rPr dirty="0" err="1">
                <a:solidFill>
                  <a:schemeClr val="tx1"/>
                </a:solidFill>
              </a:rPr>
              <a:t>Alleen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titel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FE6D7CA-9B46-E46C-4222-849038041943}"/>
              </a:ext>
            </a:extLst>
          </p:cNvPr>
          <p:cNvGrpSpPr/>
          <p:nvPr userDrawn="1"/>
        </p:nvGrpSpPr>
        <p:grpSpPr>
          <a:xfrm>
            <a:off x="2982510" y="-1286712"/>
            <a:ext cx="6858001" cy="592943"/>
            <a:chOff x="2982510" y="-1286712"/>
            <a:chExt cx="6858001" cy="592943"/>
          </a:xfrm>
        </p:grpSpPr>
        <p:sp>
          <p:nvSpPr>
            <p:cNvPr id="3" name="Rechthoek 36">
              <a:extLst>
                <a:ext uri="{FF2B5EF4-FFF2-40B4-BE49-F238E27FC236}">
                  <a16:creationId xmlns:a16="http://schemas.microsoft.com/office/drawing/2014/main" id="{774D29EA-407C-4524-6C19-F737EE7699ED}"/>
                </a:ext>
              </a:extLst>
            </p:cNvPr>
            <p:cNvSpPr/>
            <p:nvPr/>
          </p:nvSpPr>
          <p:spPr>
            <a:xfrm rot="16200000">
              <a:off x="6254550" y="-4279730"/>
              <a:ext cx="313921" cy="6858001"/>
            </a:xfrm>
            <a:prstGeom prst="rect">
              <a:avLst/>
            </a:prstGeom>
            <a:solidFill>
              <a:srgbClr val="00A6D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dirty="0"/>
            </a:p>
          </p:txBody>
        </p:sp>
        <p:grpSp>
          <p:nvGrpSpPr>
            <p:cNvPr id="4" name="Groep 8">
              <a:extLst>
                <a:ext uri="{FF2B5EF4-FFF2-40B4-BE49-F238E27FC236}">
                  <a16:creationId xmlns:a16="http://schemas.microsoft.com/office/drawing/2014/main" id="{CC64BF20-4BC3-FA04-C40E-D888551904E9}"/>
                </a:ext>
              </a:extLst>
            </p:cNvPr>
            <p:cNvGrpSpPr/>
            <p:nvPr/>
          </p:nvGrpSpPr>
          <p:grpSpPr>
            <a:xfrm>
              <a:off x="2982511" y="-1286711"/>
              <a:ext cx="6226976" cy="211382"/>
              <a:chOff x="0" y="0"/>
              <a:chExt cx="6226974" cy="211380"/>
            </a:xfrm>
          </p:grpSpPr>
          <p:sp>
            <p:nvSpPr>
              <p:cNvPr id="6" name="Rechthoek 6">
                <a:extLst>
                  <a:ext uri="{FF2B5EF4-FFF2-40B4-BE49-F238E27FC236}">
                    <a16:creationId xmlns:a16="http://schemas.microsoft.com/office/drawing/2014/main" id="{C4A19F5E-D5B5-6F9D-BE70-820A390364A4}"/>
                  </a:ext>
                </a:extLst>
              </p:cNvPr>
              <p:cNvSpPr/>
              <p:nvPr/>
            </p:nvSpPr>
            <p:spPr>
              <a:xfrm rot="16200000">
                <a:off x="168192" y="-168191"/>
                <a:ext cx="211380" cy="547765"/>
              </a:xfrm>
              <a:prstGeom prst="rect">
                <a:avLst/>
              </a:prstGeom>
              <a:solidFill>
                <a:srgbClr val="0C234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7" name="Rechthoek 29">
                <a:extLst>
                  <a:ext uri="{FF2B5EF4-FFF2-40B4-BE49-F238E27FC236}">
                    <a16:creationId xmlns:a16="http://schemas.microsoft.com/office/drawing/2014/main" id="{093F9051-E1B6-92A9-8DA0-E47F12B53FDC}"/>
                  </a:ext>
                </a:extLst>
              </p:cNvPr>
              <p:cNvSpPr/>
              <p:nvPr/>
            </p:nvSpPr>
            <p:spPr>
              <a:xfrm rot="16200000">
                <a:off x="799215" y="-168191"/>
                <a:ext cx="211380" cy="547765"/>
              </a:xfrm>
              <a:prstGeom prst="rect">
                <a:avLst/>
              </a:prstGeom>
              <a:solidFill>
                <a:srgbClr val="00B8C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8" name="Rechthoek 30">
                <a:extLst>
                  <a:ext uri="{FF2B5EF4-FFF2-40B4-BE49-F238E27FC236}">
                    <a16:creationId xmlns:a16="http://schemas.microsoft.com/office/drawing/2014/main" id="{2B3B4B1D-DA21-F8F5-C036-D0B299E483E3}"/>
                  </a:ext>
                </a:extLst>
              </p:cNvPr>
              <p:cNvSpPr/>
              <p:nvPr/>
            </p:nvSpPr>
            <p:spPr>
              <a:xfrm rot="16200000">
                <a:off x="1430239" y="-168191"/>
                <a:ext cx="211380" cy="547765"/>
              </a:xfrm>
              <a:prstGeom prst="rect">
                <a:avLst/>
              </a:prstGeom>
              <a:solidFill>
                <a:srgbClr val="0076C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" name="Rechthoek 31">
                <a:extLst>
                  <a:ext uri="{FF2B5EF4-FFF2-40B4-BE49-F238E27FC236}">
                    <a16:creationId xmlns:a16="http://schemas.microsoft.com/office/drawing/2014/main" id="{AB3007CB-EB9C-A432-8151-C9442B931E40}"/>
                  </a:ext>
                </a:extLst>
              </p:cNvPr>
              <p:cNvSpPr/>
              <p:nvPr/>
            </p:nvSpPr>
            <p:spPr>
              <a:xfrm rot="16200000">
                <a:off x="2061263" y="-168191"/>
                <a:ext cx="211380" cy="547765"/>
              </a:xfrm>
              <a:prstGeom prst="rect">
                <a:avLst/>
              </a:prstGeom>
              <a:solidFill>
                <a:srgbClr val="6F1D7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" name="Rechthoek 32">
                <a:extLst>
                  <a:ext uri="{FF2B5EF4-FFF2-40B4-BE49-F238E27FC236}">
                    <a16:creationId xmlns:a16="http://schemas.microsoft.com/office/drawing/2014/main" id="{ACAB154C-089A-A075-1805-29C1C2E70E56}"/>
                  </a:ext>
                </a:extLst>
              </p:cNvPr>
              <p:cNvSpPr/>
              <p:nvPr/>
            </p:nvSpPr>
            <p:spPr>
              <a:xfrm rot="16200000">
                <a:off x="2692286" y="-168191"/>
                <a:ext cx="211380" cy="547765"/>
              </a:xfrm>
              <a:prstGeom prst="rect">
                <a:avLst/>
              </a:prstGeom>
              <a:solidFill>
                <a:srgbClr val="EF6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" name="Rechthoek 33">
                <a:extLst>
                  <a:ext uri="{FF2B5EF4-FFF2-40B4-BE49-F238E27FC236}">
                    <a16:creationId xmlns:a16="http://schemas.microsoft.com/office/drawing/2014/main" id="{4975C522-E3F7-761C-A193-701C081C30E0}"/>
                  </a:ext>
                </a:extLst>
              </p:cNvPr>
              <p:cNvSpPr/>
              <p:nvPr/>
            </p:nvSpPr>
            <p:spPr>
              <a:xfrm rot="16200000">
                <a:off x="3323310" y="-168191"/>
                <a:ext cx="211380" cy="547765"/>
              </a:xfrm>
              <a:prstGeom prst="rect">
                <a:avLst/>
              </a:prstGeom>
              <a:solidFill>
                <a:srgbClr val="A5003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2" name="Rechthoek 34">
                <a:extLst>
                  <a:ext uri="{FF2B5EF4-FFF2-40B4-BE49-F238E27FC236}">
                    <a16:creationId xmlns:a16="http://schemas.microsoft.com/office/drawing/2014/main" id="{CD620E3A-4A5E-11A5-8454-25937019C344}"/>
                  </a:ext>
                </a:extLst>
              </p:cNvPr>
              <p:cNvSpPr/>
              <p:nvPr/>
            </p:nvSpPr>
            <p:spPr>
              <a:xfrm rot="16200000">
                <a:off x="3954334" y="-168191"/>
                <a:ext cx="211380" cy="547765"/>
              </a:xfrm>
              <a:prstGeom prst="rect">
                <a:avLst/>
              </a:prstGeom>
              <a:solidFill>
                <a:srgbClr val="E03C3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3" name="Rechthoek 37">
                <a:extLst>
                  <a:ext uri="{FF2B5EF4-FFF2-40B4-BE49-F238E27FC236}">
                    <a16:creationId xmlns:a16="http://schemas.microsoft.com/office/drawing/2014/main" id="{C0F68169-6A7C-1331-DF1A-C1CAD0E849A5}"/>
                  </a:ext>
                </a:extLst>
              </p:cNvPr>
              <p:cNvSpPr/>
              <p:nvPr/>
            </p:nvSpPr>
            <p:spPr>
              <a:xfrm rot="16200000">
                <a:off x="4585357" y="-168192"/>
                <a:ext cx="211380" cy="547765"/>
              </a:xfrm>
              <a:prstGeom prst="rect">
                <a:avLst/>
              </a:prstGeom>
              <a:solidFill>
                <a:srgbClr val="ED684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4" name="Rechthoek 38">
                <a:extLst>
                  <a:ext uri="{FF2B5EF4-FFF2-40B4-BE49-F238E27FC236}">
                    <a16:creationId xmlns:a16="http://schemas.microsoft.com/office/drawing/2014/main" id="{0B2556FE-2BDA-7278-70CF-4B41F0FBF310}"/>
                  </a:ext>
                </a:extLst>
              </p:cNvPr>
              <p:cNvSpPr/>
              <p:nvPr/>
            </p:nvSpPr>
            <p:spPr>
              <a:xfrm rot="16200000">
                <a:off x="5216380" y="-168192"/>
                <a:ext cx="211380" cy="547764"/>
              </a:xfrm>
              <a:prstGeom prst="rect">
                <a:avLst/>
              </a:prstGeom>
              <a:solidFill>
                <a:srgbClr val="FFB81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5" name="Rechthoek 39">
                <a:extLst>
                  <a:ext uri="{FF2B5EF4-FFF2-40B4-BE49-F238E27FC236}">
                    <a16:creationId xmlns:a16="http://schemas.microsoft.com/office/drawing/2014/main" id="{15285EFF-69DC-6DB0-81B1-5EF3809004B0}"/>
                  </a:ext>
                </a:extLst>
              </p:cNvPr>
              <p:cNvSpPr/>
              <p:nvPr/>
            </p:nvSpPr>
            <p:spPr>
              <a:xfrm rot="16200000">
                <a:off x="5847403" y="-168193"/>
                <a:ext cx="211380" cy="547765"/>
              </a:xfrm>
              <a:prstGeom prst="rect">
                <a:avLst/>
              </a:prstGeom>
              <a:solidFill>
                <a:srgbClr val="6CC24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sp>
          <p:nvSpPr>
            <p:cNvPr id="5" name="Rechthoek 39">
              <a:extLst>
                <a:ext uri="{FF2B5EF4-FFF2-40B4-BE49-F238E27FC236}">
                  <a16:creationId xmlns:a16="http://schemas.microsoft.com/office/drawing/2014/main" id="{4A11A2BD-88AD-B54E-F524-3A40D2032849}"/>
                </a:ext>
              </a:extLst>
            </p:cNvPr>
            <p:cNvSpPr/>
            <p:nvPr userDrawn="1"/>
          </p:nvSpPr>
          <p:spPr>
            <a:xfrm rot="16200000">
              <a:off x="9460936" y="-1454904"/>
              <a:ext cx="211382" cy="547765"/>
            </a:xfrm>
            <a:prstGeom prst="rect">
              <a:avLst/>
            </a:prstGeom>
            <a:solidFill>
              <a:srgbClr val="009B7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" name="Group 4"/>
          <p:cNvGrpSpPr/>
          <p:nvPr/>
        </p:nvGrpSpPr>
        <p:grpSpPr>
          <a:xfrm>
            <a:off x="698501" y="5884314"/>
            <a:ext cx="1454912" cy="577167"/>
            <a:chOff x="0" y="0"/>
            <a:chExt cx="1454911" cy="577165"/>
          </a:xfrm>
        </p:grpSpPr>
        <p:sp>
          <p:nvSpPr>
            <p:cNvPr id="363" name="Freeform 5"/>
            <p:cNvSpPr/>
            <p:nvPr/>
          </p:nvSpPr>
          <p:spPr>
            <a:xfrm>
              <a:off x="289214" y="284162"/>
              <a:ext cx="268376" cy="293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7530"/>
                  </a:moveTo>
                  <a:cubicBezTo>
                    <a:pt x="13837" y="17530"/>
                    <a:pt x="15525" y="15652"/>
                    <a:pt x="15525" y="13148"/>
                  </a:cubicBezTo>
                  <a:cubicBezTo>
                    <a:pt x="15525" y="0"/>
                    <a:pt x="15525" y="0"/>
                    <a:pt x="15525" y="0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1600" y="13461"/>
                    <a:pt x="21600" y="13461"/>
                    <a:pt x="21600" y="13461"/>
                  </a:cubicBezTo>
                  <a:cubicBezTo>
                    <a:pt x="21600" y="19096"/>
                    <a:pt x="16537" y="21600"/>
                    <a:pt x="10800" y="21600"/>
                  </a:cubicBezTo>
                  <a:cubicBezTo>
                    <a:pt x="5063" y="21600"/>
                    <a:pt x="0" y="19096"/>
                    <a:pt x="0" y="134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413" y="0"/>
                    <a:pt x="6413" y="0"/>
                    <a:pt x="6413" y="0"/>
                  </a:cubicBezTo>
                  <a:cubicBezTo>
                    <a:pt x="6413" y="13148"/>
                    <a:pt x="6413" y="13148"/>
                    <a:pt x="6413" y="13148"/>
                  </a:cubicBezTo>
                  <a:cubicBezTo>
                    <a:pt x="6413" y="15652"/>
                    <a:pt x="7763" y="17530"/>
                    <a:pt x="10800" y="1753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4" name="Freeform 6"/>
            <p:cNvSpPr/>
            <p:nvPr/>
          </p:nvSpPr>
          <p:spPr>
            <a:xfrm>
              <a:off x="0" y="284162"/>
              <a:ext cx="251958" cy="284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79" y="21600"/>
                  </a:moveTo>
                  <a:lnTo>
                    <a:pt x="14400" y="21600"/>
                  </a:lnTo>
                  <a:lnTo>
                    <a:pt x="14400" y="4215"/>
                  </a:lnTo>
                  <a:lnTo>
                    <a:pt x="21600" y="4215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4215"/>
                  </a:lnTo>
                  <a:lnTo>
                    <a:pt x="7579" y="4215"/>
                  </a:lnTo>
                  <a:lnTo>
                    <a:pt x="7579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5" name="Freeform 7"/>
            <p:cNvSpPr/>
            <p:nvPr/>
          </p:nvSpPr>
          <p:spPr>
            <a:xfrm>
              <a:off x="76645" y="-1"/>
              <a:ext cx="266458" cy="267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65" h="21600" extrusionOk="0">
                  <a:moveTo>
                    <a:pt x="15162" y="12000"/>
                  </a:moveTo>
                  <a:cubicBezTo>
                    <a:pt x="13573" y="12343"/>
                    <a:pt x="11985" y="12000"/>
                    <a:pt x="11985" y="9943"/>
                  </a:cubicBezTo>
                  <a:cubicBezTo>
                    <a:pt x="11985" y="6857"/>
                    <a:pt x="18973" y="4114"/>
                    <a:pt x="19926" y="1371"/>
                  </a:cubicBezTo>
                  <a:cubicBezTo>
                    <a:pt x="20244" y="686"/>
                    <a:pt x="20244" y="0"/>
                    <a:pt x="19926" y="0"/>
                  </a:cubicBezTo>
                  <a:cubicBezTo>
                    <a:pt x="19609" y="0"/>
                    <a:pt x="19926" y="343"/>
                    <a:pt x="19291" y="1029"/>
                  </a:cubicBezTo>
                  <a:cubicBezTo>
                    <a:pt x="16432" y="4114"/>
                    <a:pt x="11668" y="4114"/>
                    <a:pt x="8173" y="5829"/>
                  </a:cubicBezTo>
                  <a:cubicBezTo>
                    <a:pt x="5632" y="6857"/>
                    <a:pt x="-1356" y="10629"/>
                    <a:pt x="232" y="18514"/>
                  </a:cubicBezTo>
                  <a:cubicBezTo>
                    <a:pt x="232" y="18857"/>
                    <a:pt x="550" y="20229"/>
                    <a:pt x="868" y="20229"/>
                  </a:cubicBezTo>
                  <a:cubicBezTo>
                    <a:pt x="868" y="20229"/>
                    <a:pt x="868" y="19543"/>
                    <a:pt x="868" y="18514"/>
                  </a:cubicBezTo>
                  <a:cubicBezTo>
                    <a:pt x="868" y="13714"/>
                    <a:pt x="6268" y="12343"/>
                    <a:pt x="7856" y="9257"/>
                  </a:cubicBezTo>
                  <a:cubicBezTo>
                    <a:pt x="8173" y="8914"/>
                    <a:pt x="8491" y="8571"/>
                    <a:pt x="8491" y="8571"/>
                  </a:cubicBezTo>
                  <a:cubicBezTo>
                    <a:pt x="8491" y="8914"/>
                    <a:pt x="8491" y="8914"/>
                    <a:pt x="8491" y="9257"/>
                  </a:cubicBezTo>
                  <a:cubicBezTo>
                    <a:pt x="7856" y="12000"/>
                    <a:pt x="5315" y="13371"/>
                    <a:pt x="6268" y="15429"/>
                  </a:cubicBezTo>
                  <a:cubicBezTo>
                    <a:pt x="6903" y="17829"/>
                    <a:pt x="9762" y="15771"/>
                    <a:pt x="10397" y="14400"/>
                  </a:cubicBezTo>
                  <a:cubicBezTo>
                    <a:pt x="10715" y="14057"/>
                    <a:pt x="10715" y="13714"/>
                    <a:pt x="11032" y="13714"/>
                  </a:cubicBezTo>
                  <a:cubicBezTo>
                    <a:pt x="11032" y="13714"/>
                    <a:pt x="11032" y="14400"/>
                    <a:pt x="11032" y="14743"/>
                  </a:cubicBezTo>
                  <a:cubicBezTo>
                    <a:pt x="10397" y="17486"/>
                    <a:pt x="10079" y="18857"/>
                    <a:pt x="8173" y="20571"/>
                  </a:cubicBezTo>
                  <a:cubicBezTo>
                    <a:pt x="7538" y="20914"/>
                    <a:pt x="6585" y="21257"/>
                    <a:pt x="6585" y="21600"/>
                  </a:cubicBezTo>
                  <a:cubicBezTo>
                    <a:pt x="6585" y="21600"/>
                    <a:pt x="7220" y="21600"/>
                    <a:pt x="7538" y="21600"/>
                  </a:cubicBezTo>
                  <a:cubicBezTo>
                    <a:pt x="12303" y="21257"/>
                    <a:pt x="16432" y="15086"/>
                    <a:pt x="17703" y="10971"/>
                  </a:cubicBezTo>
                  <a:cubicBezTo>
                    <a:pt x="17703" y="10629"/>
                    <a:pt x="17703" y="10286"/>
                    <a:pt x="17703" y="10286"/>
                  </a:cubicBezTo>
                  <a:cubicBezTo>
                    <a:pt x="17385" y="9943"/>
                    <a:pt x="17385" y="10286"/>
                    <a:pt x="17068" y="10629"/>
                  </a:cubicBezTo>
                  <a:cubicBezTo>
                    <a:pt x="16432" y="10971"/>
                    <a:pt x="15797" y="11657"/>
                    <a:pt x="15162" y="1200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6" name="Freeform 8"/>
            <p:cNvSpPr/>
            <p:nvPr/>
          </p:nvSpPr>
          <p:spPr>
            <a:xfrm>
              <a:off x="901742" y="364991"/>
              <a:ext cx="176182" cy="2121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29" y="9072"/>
                  </a:moveTo>
                  <a:cubicBezTo>
                    <a:pt x="4629" y="5616"/>
                    <a:pt x="6686" y="3024"/>
                    <a:pt x="10800" y="3024"/>
                  </a:cubicBezTo>
                  <a:cubicBezTo>
                    <a:pt x="14914" y="3024"/>
                    <a:pt x="16971" y="5616"/>
                    <a:pt x="16971" y="9072"/>
                  </a:cubicBezTo>
                  <a:lnTo>
                    <a:pt x="4629" y="9072"/>
                  </a:lnTo>
                  <a:close/>
                  <a:moveTo>
                    <a:pt x="21600" y="11664"/>
                  </a:moveTo>
                  <a:cubicBezTo>
                    <a:pt x="21600" y="9504"/>
                    <a:pt x="21600" y="9504"/>
                    <a:pt x="21600" y="9504"/>
                  </a:cubicBezTo>
                  <a:cubicBezTo>
                    <a:pt x="21600" y="3888"/>
                    <a:pt x="18000" y="0"/>
                    <a:pt x="10800" y="0"/>
                  </a:cubicBezTo>
                  <a:cubicBezTo>
                    <a:pt x="3600" y="0"/>
                    <a:pt x="0" y="5184"/>
                    <a:pt x="0" y="10800"/>
                  </a:cubicBezTo>
                  <a:cubicBezTo>
                    <a:pt x="0" y="16848"/>
                    <a:pt x="3086" y="21600"/>
                    <a:pt x="10800" y="21600"/>
                  </a:cubicBezTo>
                  <a:cubicBezTo>
                    <a:pt x="16457" y="21600"/>
                    <a:pt x="20571" y="19008"/>
                    <a:pt x="21086" y="14688"/>
                  </a:cubicBezTo>
                  <a:cubicBezTo>
                    <a:pt x="16457" y="14688"/>
                    <a:pt x="16457" y="14688"/>
                    <a:pt x="16457" y="14688"/>
                  </a:cubicBezTo>
                  <a:cubicBezTo>
                    <a:pt x="15943" y="17712"/>
                    <a:pt x="14400" y="18576"/>
                    <a:pt x="10800" y="18576"/>
                  </a:cubicBezTo>
                  <a:cubicBezTo>
                    <a:pt x="6171" y="18576"/>
                    <a:pt x="4629" y="15120"/>
                    <a:pt x="4629" y="11664"/>
                  </a:cubicBezTo>
                  <a:lnTo>
                    <a:pt x="21600" y="11664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7" name="Rectangle 9"/>
            <p:cNvSpPr/>
            <p:nvPr/>
          </p:nvSpPr>
          <p:spPr>
            <a:xfrm>
              <a:off x="1124020" y="284162"/>
              <a:ext cx="33469" cy="284795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8" name="Freeform 10"/>
            <p:cNvSpPr/>
            <p:nvPr/>
          </p:nvSpPr>
          <p:spPr>
            <a:xfrm>
              <a:off x="1199165" y="280373"/>
              <a:ext cx="126296" cy="2885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960" y="21600"/>
                  </a:moveTo>
                  <a:cubicBezTo>
                    <a:pt x="12960" y="8894"/>
                    <a:pt x="12960" y="8894"/>
                    <a:pt x="12960" y="8894"/>
                  </a:cubicBezTo>
                  <a:cubicBezTo>
                    <a:pt x="20880" y="8894"/>
                    <a:pt x="20880" y="8894"/>
                    <a:pt x="20880" y="8894"/>
                  </a:cubicBezTo>
                  <a:cubicBezTo>
                    <a:pt x="20880" y="6988"/>
                    <a:pt x="20880" y="6988"/>
                    <a:pt x="20880" y="6988"/>
                  </a:cubicBezTo>
                  <a:cubicBezTo>
                    <a:pt x="12960" y="6988"/>
                    <a:pt x="12960" y="6988"/>
                    <a:pt x="12960" y="6988"/>
                  </a:cubicBezTo>
                  <a:cubicBezTo>
                    <a:pt x="12960" y="4447"/>
                    <a:pt x="12960" y="4447"/>
                    <a:pt x="12960" y="4447"/>
                  </a:cubicBezTo>
                  <a:cubicBezTo>
                    <a:pt x="12960" y="2859"/>
                    <a:pt x="15120" y="2541"/>
                    <a:pt x="18720" y="2541"/>
                  </a:cubicBezTo>
                  <a:cubicBezTo>
                    <a:pt x="19440" y="2541"/>
                    <a:pt x="20880" y="2541"/>
                    <a:pt x="21600" y="2541"/>
                  </a:cubicBezTo>
                  <a:cubicBezTo>
                    <a:pt x="21600" y="318"/>
                    <a:pt x="21600" y="318"/>
                    <a:pt x="21600" y="318"/>
                  </a:cubicBezTo>
                  <a:cubicBezTo>
                    <a:pt x="20160" y="0"/>
                    <a:pt x="18720" y="0"/>
                    <a:pt x="17280" y="0"/>
                  </a:cubicBezTo>
                  <a:cubicBezTo>
                    <a:pt x="10800" y="0"/>
                    <a:pt x="6480" y="1271"/>
                    <a:pt x="6480" y="4129"/>
                  </a:cubicBezTo>
                  <a:cubicBezTo>
                    <a:pt x="6480" y="6988"/>
                    <a:pt x="6480" y="6988"/>
                    <a:pt x="6480" y="6988"/>
                  </a:cubicBezTo>
                  <a:cubicBezTo>
                    <a:pt x="0" y="6988"/>
                    <a:pt x="0" y="6988"/>
                    <a:pt x="0" y="6988"/>
                  </a:cubicBezTo>
                  <a:cubicBezTo>
                    <a:pt x="0" y="8894"/>
                    <a:pt x="0" y="8894"/>
                    <a:pt x="0" y="8894"/>
                  </a:cubicBezTo>
                  <a:cubicBezTo>
                    <a:pt x="6480" y="8894"/>
                    <a:pt x="6480" y="8894"/>
                    <a:pt x="6480" y="8894"/>
                  </a:cubicBezTo>
                  <a:cubicBezTo>
                    <a:pt x="6480" y="21600"/>
                    <a:pt x="6480" y="21600"/>
                    <a:pt x="6480" y="21600"/>
                  </a:cubicBezTo>
                  <a:lnTo>
                    <a:pt x="12960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9" name="Freeform 11"/>
            <p:cNvSpPr/>
            <p:nvPr/>
          </p:nvSpPr>
          <p:spPr>
            <a:xfrm>
              <a:off x="1341878" y="318262"/>
              <a:ext cx="113034" cy="258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603"/>
                  </a:moveTo>
                  <a:cubicBezTo>
                    <a:pt x="0" y="6728"/>
                    <a:pt x="0" y="6728"/>
                    <a:pt x="0" y="6728"/>
                  </a:cubicBezTo>
                  <a:cubicBezTo>
                    <a:pt x="6400" y="6728"/>
                    <a:pt x="6400" y="6728"/>
                    <a:pt x="6400" y="6728"/>
                  </a:cubicBezTo>
                  <a:cubicBezTo>
                    <a:pt x="6400" y="17351"/>
                    <a:pt x="6400" y="17351"/>
                    <a:pt x="6400" y="17351"/>
                  </a:cubicBezTo>
                  <a:cubicBezTo>
                    <a:pt x="6400" y="19475"/>
                    <a:pt x="6400" y="21600"/>
                    <a:pt x="16800" y="21600"/>
                  </a:cubicBezTo>
                  <a:cubicBezTo>
                    <a:pt x="18400" y="21600"/>
                    <a:pt x="20000" y="21246"/>
                    <a:pt x="21600" y="21246"/>
                  </a:cubicBezTo>
                  <a:cubicBezTo>
                    <a:pt x="21600" y="18767"/>
                    <a:pt x="21600" y="18767"/>
                    <a:pt x="21600" y="18767"/>
                  </a:cubicBezTo>
                  <a:cubicBezTo>
                    <a:pt x="20800" y="19121"/>
                    <a:pt x="19200" y="19121"/>
                    <a:pt x="17600" y="19121"/>
                  </a:cubicBezTo>
                  <a:cubicBezTo>
                    <a:pt x="15200" y="19121"/>
                    <a:pt x="13600" y="18413"/>
                    <a:pt x="13600" y="17351"/>
                  </a:cubicBezTo>
                  <a:cubicBezTo>
                    <a:pt x="13600" y="6728"/>
                    <a:pt x="13600" y="6728"/>
                    <a:pt x="13600" y="6728"/>
                  </a:cubicBezTo>
                  <a:cubicBezTo>
                    <a:pt x="21600" y="6728"/>
                    <a:pt x="21600" y="6728"/>
                    <a:pt x="21600" y="6728"/>
                  </a:cubicBezTo>
                  <a:cubicBezTo>
                    <a:pt x="21600" y="4603"/>
                    <a:pt x="21600" y="4603"/>
                    <a:pt x="21600" y="4603"/>
                  </a:cubicBezTo>
                  <a:cubicBezTo>
                    <a:pt x="13600" y="4603"/>
                    <a:pt x="13600" y="4603"/>
                    <a:pt x="13600" y="4603"/>
                  </a:cubicBezTo>
                  <a:cubicBezTo>
                    <a:pt x="13600" y="0"/>
                    <a:pt x="13600" y="0"/>
                    <a:pt x="13600" y="0"/>
                  </a:cubicBezTo>
                  <a:cubicBezTo>
                    <a:pt x="6400" y="1062"/>
                    <a:pt x="6400" y="1062"/>
                    <a:pt x="6400" y="1062"/>
                  </a:cubicBezTo>
                  <a:cubicBezTo>
                    <a:pt x="6400" y="4603"/>
                    <a:pt x="6400" y="4603"/>
                    <a:pt x="6400" y="4603"/>
                  </a:cubicBezTo>
                  <a:lnTo>
                    <a:pt x="0" y="4603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70" name="Freeform 12"/>
            <p:cNvSpPr/>
            <p:nvPr/>
          </p:nvSpPr>
          <p:spPr>
            <a:xfrm>
              <a:off x="637155" y="284162"/>
              <a:ext cx="226699" cy="284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9200" y="21600"/>
                    <a:pt x="9200" y="21600"/>
                    <a:pt x="9200" y="21600"/>
                  </a:cubicBezTo>
                  <a:cubicBezTo>
                    <a:pt x="20400" y="21600"/>
                    <a:pt x="21600" y="13863"/>
                    <a:pt x="21600" y="10961"/>
                  </a:cubicBezTo>
                  <a:cubicBezTo>
                    <a:pt x="21600" y="8060"/>
                    <a:pt x="20400" y="0"/>
                    <a:pt x="920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1600"/>
                  </a:lnTo>
                  <a:close/>
                  <a:moveTo>
                    <a:pt x="3600" y="2579"/>
                  </a:moveTo>
                  <a:cubicBezTo>
                    <a:pt x="9200" y="2579"/>
                    <a:pt x="9200" y="2579"/>
                    <a:pt x="9200" y="2579"/>
                  </a:cubicBezTo>
                  <a:cubicBezTo>
                    <a:pt x="15200" y="2579"/>
                    <a:pt x="18000" y="6448"/>
                    <a:pt x="18000" y="10961"/>
                  </a:cubicBezTo>
                  <a:cubicBezTo>
                    <a:pt x="18000" y="15475"/>
                    <a:pt x="15200" y="19021"/>
                    <a:pt x="9200" y="19021"/>
                  </a:cubicBezTo>
                  <a:cubicBezTo>
                    <a:pt x="3600" y="19021"/>
                    <a:pt x="3600" y="19021"/>
                    <a:pt x="3600" y="19021"/>
                  </a:cubicBezTo>
                  <a:lnTo>
                    <a:pt x="3600" y="2579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72" name="Plaats hier je titel"/>
          <p:cNvSpPr txBox="1">
            <a:spLocks noGrp="1"/>
          </p:cNvSpPr>
          <p:nvPr>
            <p:ph type="title" hasCustomPrompt="1"/>
          </p:nvPr>
        </p:nvSpPr>
        <p:spPr>
          <a:xfrm>
            <a:off x="698500" y="741499"/>
            <a:ext cx="10775071" cy="4904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Plaats hier je titel</a:t>
            </a:r>
          </a:p>
        </p:txBody>
      </p:sp>
      <p:sp>
        <p:nvSpPr>
          <p:cNvPr id="37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1591900"/>
            <a:ext cx="10773500" cy="435646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Klik hier om een bullet te plaatsen.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7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289785" y="6246130"/>
            <a:ext cx="182216" cy="1728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75" name="Tekstvak 6"/>
          <p:cNvSpPr txBox="1"/>
          <p:nvPr/>
        </p:nvSpPr>
        <p:spPr>
          <a:xfrm>
            <a:off x="34969" y="-662297"/>
            <a:ext cx="12100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400" spc="50">
                <a:solidFill>
                  <a:schemeClr val="accent2"/>
                </a:solidFill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1pPr>
          </a:lstStyle>
          <a:p>
            <a:r>
              <a:rPr dirty="0" err="1">
                <a:solidFill>
                  <a:schemeClr val="tx1"/>
                </a:solidFill>
              </a:rPr>
              <a:t>Tekst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37606E3-5A65-5FC6-0F33-5B19C2F9C37D}"/>
              </a:ext>
            </a:extLst>
          </p:cNvPr>
          <p:cNvGrpSpPr/>
          <p:nvPr userDrawn="1"/>
        </p:nvGrpSpPr>
        <p:grpSpPr>
          <a:xfrm>
            <a:off x="2982510" y="-1286712"/>
            <a:ext cx="6858001" cy="592943"/>
            <a:chOff x="2982510" y="-1286712"/>
            <a:chExt cx="6858001" cy="592943"/>
          </a:xfrm>
        </p:grpSpPr>
        <p:sp>
          <p:nvSpPr>
            <p:cNvPr id="3" name="Rechthoek 36">
              <a:extLst>
                <a:ext uri="{FF2B5EF4-FFF2-40B4-BE49-F238E27FC236}">
                  <a16:creationId xmlns:a16="http://schemas.microsoft.com/office/drawing/2014/main" id="{39E2278B-0776-BB2D-6677-4E104E3A822A}"/>
                </a:ext>
              </a:extLst>
            </p:cNvPr>
            <p:cNvSpPr/>
            <p:nvPr/>
          </p:nvSpPr>
          <p:spPr>
            <a:xfrm rot="16200000">
              <a:off x="6254550" y="-4279730"/>
              <a:ext cx="313921" cy="6858001"/>
            </a:xfrm>
            <a:prstGeom prst="rect">
              <a:avLst/>
            </a:prstGeom>
            <a:solidFill>
              <a:srgbClr val="00A6D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dirty="0"/>
            </a:p>
          </p:txBody>
        </p:sp>
        <p:grpSp>
          <p:nvGrpSpPr>
            <p:cNvPr id="4" name="Groep 8">
              <a:extLst>
                <a:ext uri="{FF2B5EF4-FFF2-40B4-BE49-F238E27FC236}">
                  <a16:creationId xmlns:a16="http://schemas.microsoft.com/office/drawing/2014/main" id="{3ADFB4AB-E027-3F09-C483-BFEAD5D8984E}"/>
                </a:ext>
              </a:extLst>
            </p:cNvPr>
            <p:cNvGrpSpPr/>
            <p:nvPr/>
          </p:nvGrpSpPr>
          <p:grpSpPr>
            <a:xfrm>
              <a:off x="2982511" y="-1286711"/>
              <a:ext cx="6226976" cy="211382"/>
              <a:chOff x="0" y="0"/>
              <a:chExt cx="6226974" cy="211380"/>
            </a:xfrm>
          </p:grpSpPr>
          <p:sp>
            <p:nvSpPr>
              <p:cNvPr id="6" name="Rechthoek 6">
                <a:extLst>
                  <a:ext uri="{FF2B5EF4-FFF2-40B4-BE49-F238E27FC236}">
                    <a16:creationId xmlns:a16="http://schemas.microsoft.com/office/drawing/2014/main" id="{0C761F62-739D-9655-0498-504DD7E9B272}"/>
                  </a:ext>
                </a:extLst>
              </p:cNvPr>
              <p:cNvSpPr/>
              <p:nvPr/>
            </p:nvSpPr>
            <p:spPr>
              <a:xfrm rot="16200000">
                <a:off x="168192" y="-168191"/>
                <a:ext cx="211380" cy="547765"/>
              </a:xfrm>
              <a:prstGeom prst="rect">
                <a:avLst/>
              </a:prstGeom>
              <a:solidFill>
                <a:srgbClr val="0C234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7" name="Rechthoek 29">
                <a:extLst>
                  <a:ext uri="{FF2B5EF4-FFF2-40B4-BE49-F238E27FC236}">
                    <a16:creationId xmlns:a16="http://schemas.microsoft.com/office/drawing/2014/main" id="{5BF9CAEB-5882-EB26-8ADA-2832D38D0932}"/>
                  </a:ext>
                </a:extLst>
              </p:cNvPr>
              <p:cNvSpPr/>
              <p:nvPr/>
            </p:nvSpPr>
            <p:spPr>
              <a:xfrm rot="16200000">
                <a:off x="799215" y="-168191"/>
                <a:ext cx="211380" cy="547765"/>
              </a:xfrm>
              <a:prstGeom prst="rect">
                <a:avLst/>
              </a:prstGeom>
              <a:solidFill>
                <a:srgbClr val="00B8C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8" name="Rechthoek 30">
                <a:extLst>
                  <a:ext uri="{FF2B5EF4-FFF2-40B4-BE49-F238E27FC236}">
                    <a16:creationId xmlns:a16="http://schemas.microsoft.com/office/drawing/2014/main" id="{3C1F6A6C-315F-A29A-2454-A4FDE962B3D8}"/>
                  </a:ext>
                </a:extLst>
              </p:cNvPr>
              <p:cNvSpPr/>
              <p:nvPr/>
            </p:nvSpPr>
            <p:spPr>
              <a:xfrm rot="16200000">
                <a:off x="1430239" y="-168191"/>
                <a:ext cx="211380" cy="547765"/>
              </a:xfrm>
              <a:prstGeom prst="rect">
                <a:avLst/>
              </a:prstGeom>
              <a:solidFill>
                <a:srgbClr val="0076C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" name="Rechthoek 31">
                <a:extLst>
                  <a:ext uri="{FF2B5EF4-FFF2-40B4-BE49-F238E27FC236}">
                    <a16:creationId xmlns:a16="http://schemas.microsoft.com/office/drawing/2014/main" id="{2B102860-4CFC-3DA2-94A0-0275EE0CC171}"/>
                  </a:ext>
                </a:extLst>
              </p:cNvPr>
              <p:cNvSpPr/>
              <p:nvPr/>
            </p:nvSpPr>
            <p:spPr>
              <a:xfrm rot="16200000">
                <a:off x="2061263" y="-168191"/>
                <a:ext cx="211380" cy="547765"/>
              </a:xfrm>
              <a:prstGeom prst="rect">
                <a:avLst/>
              </a:prstGeom>
              <a:solidFill>
                <a:srgbClr val="6F1D7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" name="Rechthoek 32">
                <a:extLst>
                  <a:ext uri="{FF2B5EF4-FFF2-40B4-BE49-F238E27FC236}">
                    <a16:creationId xmlns:a16="http://schemas.microsoft.com/office/drawing/2014/main" id="{7B6346ED-FE56-9698-D104-AB68843C7989}"/>
                  </a:ext>
                </a:extLst>
              </p:cNvPr>
              <p:cNvSpPr/>
              <p:nvPr/>
            </p:nvSpPr>
            <p:spPr>
              <a:xfrm rot="16200000">
                <a:off x="2692286" y="-168191"/>
                <a:ext cx="211380" cy="547765"/>
              </a:xfrm>
              <a:prstGeom prst="rect">
                <a:avLst/>
              </a:prstGeom>
              <a:solidFill>
                <a:srgbClr val="EF6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" name="Rechthoek 33">
                <a:extLst>
                  <a:ext uri="{FF2B5EF4-FFF2-40B4-BE49-F238E27FC236}">
                    <a16:creationId xmlns:a16="http://schemas.microsoft.com/office/drawing/2014/main" id="{523C3F3A-E7FE-8FFD-831B-536D27193C5F}"/>
                  </a:ext>
                </a:extLst>
              </p:cNvPr>
              <p:cNvSpPr/>
              <p:nvPr/>
            </p:nvSpPr>
            <p:spPr>
              <a:xfrm rot="16200000">
                <a:off x="3323310" y="-168191"/>
                <a:ext cx="211380" cy="547765"/>
              </a:xfrm>
              <a:prstGeom prst="rect">
                <a:avLst/>
              </a:prstGeom>
              <a:solidFill>
                <a:srgbClr val="A5003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2" name="Rechthoek 34">
                <a:extLst>
                  <a:ext uri="{FF2B5EF4-FFF2-40B4-BE49-F238E27FC236}">
                    <a16:creationId xmlns:a16="http://schemas.microsoft.com/office/drawing/2014/main" id="{B53881C8-8D0E-1FAA-C91E-877D30464898}"/>
                  </a:ext>
                </a:extLst>
              </p:cNvPr>
              <p:cNvSpPr/>
              <p:nvPr/>
            </p:nvSpPr>
            <p:spPr>
              <a:xfrm rot="16200000">
                <a:off x="3954334" y="-168191"/>
                <a:ext cx="211380" cy="547765"/>
              </a:xfrm>
              <a:prstGeom prst="rect">
                <a:avLst/>
              </a:prstGeom>
              <a:solidFill>
                <a:srgbClr val="E03C3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3" name="Rechthoek 37">
                <a:extLst>
                  <a:ext uri="{FF2B5EF4-FFF2-40B4-BE49-F238E27FC236}">
                    <a16:creationId xmlns:a16="http://schemas.microsoft.com/office/drawing/2014/main" id="{0FA222B2-0F79-D9B3-8D69-966428708B28}"/>
                  </a:ext>
                </a:extLst>
              </p:cNvPr>
              <p:cNvSpPr/>
              <p:nvPr/>
            </p:nvSpPr>
            <p:spPr>
              <a:xfrm rot="16200000">
                <a:off x="4585357" y="-168192"/>
                <a:ext cx="211380" cy="547765"/>
              </a:xfrm>
              <a:prstGeom prst="rect">
                <a:avLst/>
              </a:prstGeom>
              <a:solidFill>
                <a:srgbClr val="ED684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4" name="Rechthoek 38">
                <a:extLst>
                  <a:ext uri="{FF2B5EF4-FFF2-40B4-BE49-F238E27FC236}">
                    <a16:creationId xmlns:a16="http://schemas.microsoft.com/office/drawing/2014/main" id="{452459A5-C7E3-423B-467D-1169062E280C}"/>
                  </a:ext>
                </a:extLst>
              </p:cNvPr>
              <p:cNvSpPr/>
              <p:nvPr/>
            </p:nvSpPr>
            <p:spPr>
              <a:xfrm rot="16200000">
                <a:off x="5216380" y="-168192"/>
                <a:ext cx="211380" cy="547764"/>
              </a:xfrm>
              <a:prstGeom prst="rect">
                <a:avLst/>
              </a:prstGeom>
              <a:solidFill>
                <a:srgbClr val="FFB81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5" name="Rechthoek 39">
                <a:extLst>
                  <a:ext uri="{FF2B5EF4-FFF2-40B4-BE49-F238E27FC236}">
                    <a16:creationId xmlns:a16="http://schemas.microsoft.com/office/drawing/2014/main" id="{73EC423D-7B54-EAEE-6AA2-4DCA2EBC2959}"/>
                  </a:ext>
                </a:extLst>
              </p:cNvPr>
              <p:cNvSpPr/>
              <p:nvPr/>
            </p:nvSpPr>
            <p:spPr>
              <a:xfrm rot="16200000">
                <a:off x="5847403" y="-168193"/>
                <a:ext cx="211380" cy="547765"/>
              </a:xfrm>
              <a:prstGeom prst="rect">
                <a:avLst/>
              </a:prstGeom>
              <a:solidFill>
                <a:srgbClr val="6CC24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sp>
          <p:nvSpPr>
            <p:cNvPr id="5" name="Rechthoek 39">
              <a:extLst>
                <a:ext uri="{FF2B5EF4-FFF2-40B4-BE49-F238E27FC236}">
                  <a16:creationId xmlns:a16="http://schemas.microsoft.com/office/drawing/2014/main" id="{2EE6D85D-9180-4FFB-4E4B-AEF2E7949CE1}"/>
                </a:ext>
              </a:extLst>
            </p:cNvPr>
            <p:cNvSpPr/>
            <p:nvPr userDrawn="1"/>
          </p:nvSpPr>
          <p:spPr>
            <a:xfrm rot="16200000">
              <a:off x="9460936" y="-1454904"/>
              <a:ext cx="211382" cy="547765"/>
            </a:xfrm>
            <a:prstGeom prst="rect">
              <a:avLst/>
            </a:prstGeom>
            <a:solidFill>
              <a:srgbClr val="009B7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kst (W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2" name="Group 4"/>
          <p:cNvGrpSpPr/>
          <p:nvPr/>
        </p:nvGrpSpPr>
        <p:grpSpPr>
          <a:xfrm>
            <a:off x="698501" y="5884314"/>
            <a:ext cx="1454912" cy="577167"/>
            <a:chOff x="0" y="0"/>
            <a:chExt cx="1454911" cy="577165"/>
          </a:xfrm>
        </p:grpSpPr>
        <p:sp>
          <p:nvSpPr>
            <p:cNvPr id="684" name="Freeform 5"/>
            <p:cNvSpPr/>
            <p:nvPr/>
          </p:nvSpPr>
          <p:spPr>
            <a:xfrm>
              <a:off x="289214" y="284162"/>
              <a:ext cx="268376" cy="293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7530"/>
                  </a:moveTo>
                  <a:cubicBezTo>
                    <a:pt x="13837" y="17530"/>
                    <a:pt x="15525" y="15652"/>
                    <a:pt x="15525" y="13148"/>
                  </a:cubicBezTo>
                  <a:cubicBezTo>
                    <a:pt x="15525" y="0"/>
                    <a:pt x="15525" y="0"/>
                    <a:pt x="15525" y="0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1600" y="13461"/>
                    <a:pt x="21600" y="13461"/>
                    <a:pt x="21600" y="13461"/>
                  </a:cubicBezTo>
                  <a:cubicBezTo>
                    <a:pt x="21600" y="19096"/>
                    <a:pt x="16537" y="21600"/>
                    <a:pt x="10800" y="21600"/>
                  </a:cubicBezTo>
                  <a:cubicBezTo>
                    <a:pt x="5063" y="21600"/>
                    <a:pt x="0" y="19096"/>
                    <a:pt x="0" y="134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413" y="0"/>
                    <a:pt x="6413" y="0"/>
                    <a:pt x="6413" y="0"/>
                  </a:cubicBezTo>
                  <a:cubicBezTo>
                    <a:pt x="6413" y="13148"/>
                    <a:pt x="6413" y="13148"/>
                    <a:pt x="6413" y="13148"/>
                  </a:cubicBezTo>
                  <a:cubicBezTo>
                    <a:pt x="6413" y="15652"/>
                    <a:pt x="7763" y="17530"/>
                    <a:pt x="10800" y="1753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85" name="Freeform 6"/>
            <p:cNvSpPr/>
            <p:nvPr/>
          </p:nvSpPr>
          <p:spPr>
            <a:xfrm>
              <a:off x="0" y="284162"/>
              <a:ext cx="251958" cy="284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79" y="21600"/>
                  </a:moveTo>
                  <a:lnTo>
                    <a:pt x="14400" y="21600"/>
                  </a:lnTo>
                  <a:lnTo>
                    <a:pt x="14400" y="4215"/>
                  </a:lnTo>
                  <a:lnTo>
                    <a:pt x="21600" y="4215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4215"/>
                  </a:lnTo>
                  <a:lnTo>
                    <a:pt x="7579" y="4215"/>
                  </a:lnTo>
                  <a:lnTo>
                    <a:pt x="7579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86" name="Freeform 7"/>
            <p:cNvSpPr/>
            <p:nvPr/>
          </p:nvSpPr>
          <p:spPr>
            <a:xfrm>
              <a:off x="76645" y="-1"/>
              <a:ext cx="266458" cy="267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65" h="21600" extrusionOk="0">
                  <a:moveTo>
                    <a:pt x="15162" y="12000"/>
                  </a:moveTo>
                  <a:cubicBezTo>
                    <a:pt x="13573" y="12343"/>
                    <a:pt x="11985" y="12000"/>
                    <a:pt x="11985" y="9943"/>
                  </a:cubicBezTo>
                  <a:cubicBezTo>
                    <a:pt x="11985" y="6857"/>
                    <a:pt x="18973" y="4114"/>
                    <a:pt x="19926" y="1371"/>
                  </a:cubicBezTo>
                  <a:cubicBezTo>
                    <a:pt x="20244" y="686"/>
                    <a:pt x="20244" y="0"/>
                    <a:pt x="19926" y="0"/>
                  </a:cubicBezTo>
                  <a:cubicBezTo>
                    <a:pt x="19609" y="0"/>
                    <a:pt x="19926" y="343"/>
                    <a:pt x="19291" y="1029"/>
                  </a:cubicBezTo>
                  <a:cubicBezTo>
                    <a:pt x="16432" y="4114"/>
                    <a:pt x="11668" y="4114"/>
                    <a:pt x="8173" y="5829"/>
                  </a:cubicBezTo>
                  <a:cubicBezTo>
                    <a:pt x="5632" y="6857"/>
                    <a:pt x="-1356" y="10629"/>
                    <a:pt x="232" y="18514"/>
                  </a:cubicBezTo>
                  <a:cubicBezTo>
                    <a:pt x="232" y="18857"/>
                    <a:pt x="550" y="20229"/>
                    <a:pt x="868" y="20229"/>
                  </a:cubicBezTo>
                  <a:cubicBezTo>
                    <a:pt x="868" y="20229"/>
                    <a:pt x="868" y="19543"/>
                    <a:pt x="868" y="18514"/>
                  </a:cubicBezTo>
                  <a:cubicBezTo>
                    <a:pt x="868" y="13714"/>
                    <a:pt x="6268" y="12343"/>
                    <a:pt x="7856" y="9257"/>
                  </a:cubicBezTo>
                  <a:cubicBezTo>
                    <a:pt x="8173" y="8914"/>
                    <a:pt x="8491" y="8571"/>
                    <a:pt x="8491" y="8571"/>
                  </a:cubicBezTo>
                  <a:cubicBezTo>
                    <a:pt x="8491" y="8914"/>
                    <a:pt x="8491" y="8914"/>
                    <a:pt x="8491" y="9257"/>
                  </a:cubicBezTo>
                  <a:cubicBezTo>
                    <a:pt x="7856" y="12000"/>
                    <a:pt x="5315" y="13371"/>
                    <a:pt x="6268" y="15429"/>
                  </a:cubicBezTo>
                  <a:cubicBezTo>
                    <a:pt x="6903" y="17829"/>
                    <a:pt x="9762" y="15771"/>
                    <a:pt x="10397" y="14400"/>
                  </a:cubicBezTo>
                  <a:cubicBezTo>
                    <a:pt x="10715" y="14057"/>
                    <a:pt x="10715" y="13714"/>
                    <a:pt x="11032" y="13714"/>
                  </a:cubicBezTo>
                  <a:cubicBezTo>
                    <a:pt x="11032" y="13714"/>
                    <a:pt x="11032" y="14400"/>
                    <a:pt x="11032" y="14743"/>
                  </a:cubicBezTo>
                  <a:cubicBezTo>
                    <a:pt x="10397" y="17486"/>
                    <a:pt x="10079" y="18857"/>
                    <a:pt x="8173" y="20571"/>
                  </a:cubicBezTo>
                  <a:cubicBezTo>
                    <a:pt x="7538" y="20914"/>
                    <a:pt x="6585" y="21257"/>
                    <a:pt x="6585" y="21600"/>
                  </a:cubicBezTo>
                  <a:cubicBezTo>
                    <a:pt x="6585" y="21600"/>
                    <a:pt x="7220" y="21600"/>
                    <a:pt x="7538" y="21600"/>
                  </a:cubicBezTo>
                  <a:cubicBezTo>
                    <a:pt x="12303" y="21257"/>
                    <a:pt x="16432" y="15086"/>
                    <a:pt x="17703" y="10971"/>
                  </a:cubicBezTo>
                  <a:cubicBezTo>
                    <a:pt x="17703" y="10629"/>
                    <a:pt x="17703" y="10286"/>
                    <a:pt x="17703" y="10286"/>
                  </a:cubicBezTo>
                  <a:cubicBezTo>
                    <a:pt x="17385" y="9943"/>
                    <a:pt x="17385" y="10286"/>
                    <a:pt x="17068" y="10629"/>
                  </a:cubicBezTo>
                  <a:cubicBezTo>
                    <a:pt x="16432" y="10971"/>
                    <a:pt x="15797" y="11657"/>
                    <a:pt x="15162" y="1200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87" name="Freeform 8"/>
            <p:cNvSpPr/>
            <p:nvPr/>
          </p:nvSpPr>
          <p:spPr>
            <a:xfrm>
              <a:off x="901742" y="364991"/>
              <a:ext cx="176182" cy="2121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29" y="9072"/>
                  </a:moveTo>
                  <a:cubicBezTo>
                    <a:pt x="4629" y="5616"/>
                    <a:pt x="6686" y="3024"/>
                    <a:pt x="10800" y="3024"/>
                  </a:cubicBezTo>
                  <a:cubicBezTo>
                    <a:pt x="14914" y="3024"/>
                    <a:pt x="16971" y="5616"/>
                    <a:pt x="16971" y="9072"/>
                  </a:cubicBezTo>
                  <a:lnTo>
                    <a:pt x="4629" y="9072"/>
                  </a:lnTo>
                  <a:close/>
                  <a:moveTo>
                    <a:pt x="21600" y="11664"/>
                  </a:moveTo>
                  <a:cubicBezTo>
                    <a:pt x="21600" y="9504"/>
                    <a:pt x="21600" y="9504"/>
                    <a:pt x="21600" y="9504"/>
                  </a:cubicBezTo>
                  <a:cubicBezTo>
                    <a:pt x="21600" y="3888"/>
                    <a:pt x="18000" y="0"/>
                    <a:pt x="10800" y="0"/>
                  </a:cubicBezTo>
                  <a:cubicBezTo>
                    <a:pt x="3600" y="0"/>
                    <a:pt x="0" y="5184"/>
                    <a:pt x="0" y="10800"/>
                  </a:cubicBezTo>
                  <a:cubicBezTo>
                    <a:pt x="0" y="16848"/>
                    <a:pt x="3086" y="21600"/>
                    <a:pt x="10800" y="21600"/>
                  </a:cubicBezTo>
                  <a:cubicBezTo>
                    <a:pt x="16457" y="21600"/>
                    <a:pt x="20571" y="19008"/>
                    <a:pt x="21086" y="14688"/>
                  </a:cubicBezTo>
                  <a:cubicBezTo>
                    <a:pt x="16457" y="14688"/>
                    <a:pt x="16457" y="14688"/>
                    <a:pt x="16457" y="14688"/>
                  </a:cubicBezTo>
                  <a:cubicBezTo>
                    <a:pt x="15943" y="17712"/>
                    <a:pt x="14400" y="18576"/>
                    <a:pt x="10800" y="18576"/>
                  </a:cubicBezTo>
                  <a:cubicBezTo>
                    <a:pt x="6171" y="18576"/>
                    <a:pt x="4629" y="15120"/>
                    <a:pt x="4629" y="11664"/>
                  </a:cubicBezTo>
                  <a:lnTo>
                    <a:pt x="21600" y="11664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88" name="Rectangle 9"/>
            <p:cNvSpPr/>
            <p:nvPr/>
          </p:nvSpPr>
          <p:spPr>
            <a:xfrm>
              <a:off x="1124020" y="284162"/>
              <a:ext cx="33469" cy="284795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89" name="Freeform 10"/>
            <p:cNvSpPr/>
            <p:nvPr/>
          </p:nvSpPr>
          <p:spPr>
            <a:xfrm>
              <a:off x="1199165" y="280373"/>
              <a:ext cx="126296" cy="2885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960" y="21600"/>
                  </a:moveTo>
                  <a:cubicBezTo>
                    <a:pt x="12960" y="8894"/>
                    <a:pt x="12960" y="8894"/>
                    <a:pt x="12960" y="8894"/>
                  </a:cubicBezTo>
                  <a:cubicBezTo>
                    <a:pt x="20880" y="8894"/>
                    <a:pt x="20880" y="8894"/>
                    <a:pt x="20880" y="8894"/>
                  </a:cubicBezTo>
                  <a:cubicBezTo>
                    <a:pt x="20880" y="6988"/>
                    <a:pt x="20880" y="6988"/>
                    <a:pt x="20880" y="6988"/>
                  </a:cubicBezTo>
                  <a:cubicBezTo>
                    <a:pt x="12960" y="6988"/>
                    <a:pt x="12960" y="6988"/>
                    <a:pt x="12960" y="6988"/>
                  </a:cubicBezTo>
                  <a:cubicBezTo>
                    <a:pt x="12960" y="4447"/>
                    <a:pt x="12960" y="4447"/>
                    <a:pt x="12960" y="4447"/>
                  </a:cubicBezTo>
                  <a:cubicBezTo>
                    <a:pt x="12960" y="2859"/>
                    <a:pt x="15120" y="2541"/>
                    <a:pt x="18720" y="2541"/>
                  </a:cubicBezTo>
                  <a:cubicBezTo>
                    <a:pt x="19440" y="2541"/>
                    <a:pt x="20880" y="2541"/>
                    <a:pt x="21600" y="2541"/>
                  </a:cubicBezTo>
                  <a:cubicBezTo>
                    <a:pt x="21600" y="318"/>
                    <a:pt x="21600" y="318"/>
                    <a:pt x="21600" y="318"/>
                  </a:cubicBezTo>
                  <a:cubicBezTo>
                    <a:pt x="20160" y="0"/>
                    <a:pt x="18720" y="0"/>
                    <a:pt x="17280" y="0"/>
                  </a:cubicBezTo>
                  <a:cubicBezTo>
                    <a:pt x="10800" y="0"/>
                    <a:pt x="6480" y="1271"/>
                    <a:pt x="6480" y="4129"/>
                  </a:cubicBezTo>
                  <a:cubicBezTo>
                    <a:pt x="6480" y="6988"/>
                    <a:pt x="6480" y="6988"/>
                    <a:pt x="6480" y="6988"/>
                  </a:cubicBezTo>
                  <a:cubicBezTo>
                    <a:pt x="0" y="6988"/>
                    <a:pt x="0" y="6988"/>
                    <a:pt x="0" y="6988"/>
                  </a:cubicBezTo>
                  <a:cubicBezTo>
                    <a:pt x="0" y="8894"/>
                    <a:pt x="0" y="8894"/>
                    <a:pt x="0" y="8894"/>
                  </a:cubicBezTo>
                  <a:cubicBezTo>
                    <a:pt x="6480" y="8894"/>
                    <a:pt x="6480" y="8894"/>
                    <a:pt x="6480" y="8894"/>
                  </a:cubicBezTo>
                  <a:cubicBezTo>
                    <a:pt x="6480" y="21600"/>
                    <a:pt x="6480" y="21600"/>
                    <a:pt x="6480" y="21600"/>
                  </a:cubicBezTo>
                  <a:lnTo>
                    <a:pt x="12960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90" name="Freeform 11"/>
            <p:cNvSpPr/>
            <p:nvPr/>
          </p:nvSpPr>
          <p:spPr>
            <a:xfrm>
              <a:off x="1341878" y="318262"/>
              <a:ext cx="113034" cy="258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603"/>
                  </a:moveTo>
                  <a:cubicBezTo>
                    <a:pt x="0" y="6728"/>
                    <a:pt x="0" y="6728"/>
                    <a:pt x="0" y="6728"/>
                  </a:cubicBezTo>
                  <a:cubicBezTo>
                    <a:pt x="6400" y="6728"/>
                    <a:pt x="6400" y="6728"/>
                    <a:pt x="6400" y="6728"/>
                  </a:cubicBezTo>
                  <a:cubicBezTo>
                    <a:pt x="6400" y="17351"/>
                    <a:pt x="6400" y="17351"/>
                    <a:pt x="6400" y="17351"/>
                  </a:cubicBezTo>
                  <a:cubicBezTo>
                    <a:pt x="6400" y="19475"/>
                    <a:pt x="6400" y="21600"/>
                    <a:pt x="16800" y="21600"/>
                  </a:cubicBezTo>
                  <a:cubicBezTo>
                    <a:pt x="18400" y="21600"/>
                    <a:pt x="20000" y="21246"/>
                    <a:pt x="21600" y="21246"/>
                  </a:cubicBezTo>
                  <a:cubicBezTo>
                    <a:pt x="21600" y="18767"/>
                    <a:pt x="21600" y="18767"/>
                    <a:pt x="21600" y="18767"/>
                  </a:cubicBezTo>
                  <a:cubicBezTo>
                    <a:pt x="20800" y="19121"/>
                    <a:pt x="19200" y="19121"/>
                    <a:pt x="17600" y="19121"/>
                  </a:cubicBezTo>
                  <a:cubicBezTo>
                    <a:pt x="15200" y="19121"/>
                    <a:pt x="13600" y="18413"/>
                    <a:pt x="13600" y="17351"/>
                  </a:cubicBezTo>
                  <a:cubicBezTo>
                    <a:pt x="13600" y="6728"/>
                    <a:pt x="13600" y="6728"/>
                    <a:pt x="13600" y="6728"/>
                  </a:cubicBezTo>
                  <a:cubicBezTo>
                    <a:pt x="21600" y="6728"/>
                    <a:pt x="21600" y="6728"/>
                    <a:pt x="21600" y="6728"/>
                  </a:cubicBezTo>
                  <a:cubicBezTo>
                    <a:pt x="21600" y="4603"/>
                    <a:pt x="21600" y="4603"/>
                    <a:pt x="21600" y="4603"/>
                  </a:cubicBezTo>
                  <a:cubicBezTo>
                    <a:pt x="13600" y="4603"/>
                    <a:pt x="13600" y="4603"/>
                    <a:pt x="13600" y="4603"/>
                  </a:cubicBezTo>
                  <a:cubicBezTo>
                    <a:pt x="13600" y="0"/>
                    <a:pt x="13600" y="0"/>
                    <a:pt x="13600" y="0"/>
                  </a:cubicBezTo>
                  <a:cubicBezTo>
                    <a:pt x="6400" y="1062"/>
                    <a:pt x="6400" y="1062"/>
                    <a:pt x="6400" y="1062"/>
                  </a:cubicBezTo>
                  <a:cubicBezTo>
                    <a:pt x="6400" y="4603"/>
                    <a:pt x="6400" y="4603"/>
                    <a:pt x="6400" y="4603"/>
                  </a:cubicBezTo>
                  <a:lnTo>
                    <a:pt x="0" y="4603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91" name="Freeform 12"/>
            <p:cNvSpPr/>
            <p:nvPr/>
          </p:nvSpPr>
          <p:spPr>
            <a:xfrm>
              <a:off x="637155" y="284162"/>
              <a:ext cx="226699" cy="284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9200" y="21600"/>
                    <a:pt x="9200" y="21600"/>
                    <a:pt x="9200" y="21600"/>
                  </a:cubicBezTo>
                  <a:cubicBezTo>
                    <a:pt x="20400" y="21600"/>
                    <a:pt x="21600" y="13863"/>
                    <a:pt x="21600" y="10961"/>
                  </a:cubicBezTo>
                  <a:cubicBezTo>
                    <a:pt x="21600" y="8060"/>
                    <a:pt x="20400" y="0"/>
                    <a:pt x="920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1600"/>
                  </a:lnTo>
                  <a:close/>
                  <a:moveTo>
                    <a:pt x="3600" y="2579"/>
                  </a:moveTo>
                  <a:cubicBezTo>
                    <a:pt x="9200" y="2579"/>
                    <a:pt x="9200" y="2579"/>
                    <a:pt x="9200" y="2579"/>
                  </a:cubicBezTo>
                  <a:cubicBezTo>
                    <a:pt x="15200" y="2579"/>
                    <a:pt x="18000" y="6448"/>
                    <a:pt x="18000" y="10961"/>
                  </a:cubicBezTo>
                  <a:cubicBezTo>
                    <a:pt x="18000" y="15475"/>
                    <a:pt x="15200" y="19021"/>
                    <a:pt x="9200" y="19021"/>
                  </a:cubicBezTo>
                  <a:cubicBezTo>
                    <a:pt x="3600" y="19021"/>
                    <a:pt x="3600" y="19021"/>
                    <a:pt x="3600" y="19021"/>
                  </a:cubicBezTo>
                  <a:lnTo>
                    <a:pt x="3600" y="2579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693" name="Body Level One…"/>
          <p:cNvSpPr txBox="1">
            <a:spLocks noGrp="1"/>
          </p:cNvSpPr>
          <p:nvPr>
            <p:ph type="body" idx="1"/>
          </p:nvPr>
        </p:nvSpPr>
        <p:spPr>
          <a:xfrm>
            <a:off x="698498" y="718513"/>
            <a:ext cx="10798176" cy="522985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ClrTx/>
              <a:buSzTx/>
              <a:buNone/>
              <a:defRPr sz="4400"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1pPr>
            <a:lvl2pPr marL="0" indent="0" algn="ctr">
              <a:buClrTx/>
              <a:buSzTx/>
              <a:buNone/>
              <a:defRPr sz="4400"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2pPr>
            <a:lvl3pPr algn="ctr">
              <a:buClrTx/>
              <a:buFontTx/>
              <a:defRPr sz="4400"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3pPr>
            <a:lvl4pPr algn="ctr">
              <a:buClrTx/>
              <a:buFontTx/>
              <a:defRPr sz="4400"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4pPr>
            <a:lvl5pPr marL="0" indent="0" algn="ctr">
              <a:buClrTx/>
              <a:buSzTx/>
              <a:buFontTx/>
              <a:buNone/>
              <a:defRPr sz="4400"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94" name="Tekstvak 6"/>
          <p:cNvSpPr txBox="1"/>
          <p:nvPr/>
        </p:nvSpPr>
        <p:spPr>
          <a:xfrm>
            <a:off x="34969" y="-662297"/>
            <a:ext cx="12100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400" spc="50">
                <a:solidFill>
                  <a:schemeClr val="accent2"/>
                </a:solidFill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1pPr>
          </a:lstStyle>
          <a:p>
            <a:r>
              <a:rPr dirty="0" err="1">
                <a:solidFill>
                  <a:schemeClr val="tx1"/>
                </a:solidFill>
              </a:rPr>
              <a:t>Tekst</a:t>
            </a:r>
            <a:r>
              <a:rPr dirty="0">
                <a:solidFill>
                  <a:schemeClr val="tx1"/>
                </a:solidFill>
              </a:rPr>
              <a:t> (Wit)</a:t>
            </a:r>
          </a:p>
        </p:txBody>
      </p:sp>
      <p:sp>
        <p:nvSpPr>
          <p:cNvPr id="7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289785" y="6246130"/>
            <a:ext cx="182216" cy="1728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6C294A7-9E89-BBF9-ACEC-E1B0EE6C7558}"/>
              </a:ext>
            </a:extLst>
          </p:cNvPr>
          <p:cNvGrpSpPr/>
          <p:nvPr userDrawn="1"/>
        </p:nvGrpSpPr>
        <p:grpSpPr>
          <a:xfrm>
            <a:off x="2982510" y="-1286712"/>
            <a:ext cx="6858001" cy="592943"/>
            <a:chOff x="2982510" y="-1286712"/>
            <a:chExt cx="6858001" cy="592943"/>
          </a:xfrm>
        </p:grpSpPr>
        <p:sp>
          <p:nvSpPr>
            <p:cNvPr id="3" name="Rechthoek 36">
              <a:extLst>
                <a:ext uri="{FF2B5EF4-FFF2-40B4-BE49-F238E27FC236}">
                  <a16:creationId xmlns:a16="http://schemas.microsoft.com/office/drawing/2014/main" id="{CEDF56E0-65DC-DB14-0424-856A36460EE9}"/>
                </a:ext>
              </a:extLst>
            </p:cNvPr>
            <p:cNvSpPr/>
            <p:nvPr/>
          </p:nvSpPr>
          <p:spPr>
            <a:xfrm rot="16200000">
              <a:off x="6254550" y="-4279730"/>
              <a:ext cx="313921" cy="6858001"/>
            </a:xfrm>
            <a:prstGeom prst="rect">
              <a:avLst/>
            </a:prstGeom>
            <a:solidFill>
              <a:srgbClr val="00A6D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dirty="0"/>
            </a:p>
          </p:txBody>
        </p:sp>
        <p:grpSp>
          <p:nvGrpSpPr>
            <p:cNvPr id="4" name="Groep 8">
              <a:extLst>
                <a:ext uri="{FF2B5EF4-FFF2-40B4-BE49-F238E27FC236}">
                  <a16:creationId xmlns:a16="http://schemas.microsoft.com/office/drawing/2014/main" id="{DA52D894-1346-17A2-579D-DDB5A8193E03}"/>
                </a:ext>
              </a:extLst>
            </p:cNvPr>
            <p:cNvGrpSpPr/>
            <p:nvPr/>
          </p:nvGrpSpPr>
          <p:grpSpPr>
            <a:xfrm>
              <a:off x="2982511" y="-1286711"/>
              <a:ext cx="6226976" cy="211382"/>
              <a:chOff x="0" y="0"/>
              <a:chExt cx="6226974" cy="211380"/>
            </a:xfrm>
          </p:grpSpPr>
          <p:sp>
            <p:nvSpPr>
              <p:cNvPr id="6" name="Rechthoek 6">
                <a:extLst>
                  <a:ext uri="{FF2B5EF4-FFF2-40B4-BE49-F238E27FC236}">
                    <a16:creationId xmlns:a16="http://schemas.microsoft.com/office/drawing/2014/main" id="{69A3717E-4E67-A0CF-0267-55C2CCC39140}"/>
                  </a:ext>
                </a:extLst>
              </p:cNvPr>
              <p:cNvSpPr/>
              <p:nvPr/>
            </p:nvSpPr>
            <p:spPr>
              <a:xfrm rot="16200000">
                <a:off x="168192" y="-168191"/>
                <a:ext cx="211380" cy="547765"/>
              </a:xfrm>
              <a:prstGeom prst="rect">
                <a:avLst/>
              </a:prstGeom>
              <a:solidFill>
                <a:srgbClr val="0C234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7" name="Rechthoek 29">
                <a:extLst>
                  <a:ext uri="{FF2B5EF4-FFF2-40B4-BE49-F238E27FC236}">
                    <a16:creationId xmlns:a16="http://schemas.microsoft.com/office/drawing/2014/main" id="{FE1FD93E-E718-273C-61F5-49A4BF85536F}"/>
                  </a:ext>
                </a:extLst>
              </p:cNvPr>
              <p:cNvSpPr/>
              <p:nvPr/>
            </p:nvSpPr>
            <p:spPr>
              <a:xfrm rot="16200000">
                <a:off x="799215" y="-168191"/>
                <a:ext cx="211380" cy="547765"/>
              </a:xfrm>
              <a:prstGeom prst="rect">
                <a:avLst/>
              </a:prstGeom>
              <a:solidFill>
                <a:srgbClr val="00B8C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8" name="Rechthoek 30">
                <a:extLst>
                  <a:ext uri="{FF2B5EF4-FFF2-40B4-BE49-F238E27FC236}">
                    <a16:creationId xmlns:a16="http://schemas.microsoft.com/office/drawing/2014/main" id="{8FC0CE83-C6C3-E898-FF2A-7C5D87F3A4C0}"/>
                  </a:ext>
                </a:extLst>
              </p:cNvPr>
              <p:cNvSpPr/>
              <p:nvPr/>
            </p:nvSpPr>
            <p:spPr>
              <a:xfrm rot="16200000">
                <a:off x="1430239" y="-168191"/>
                <a:ext cx="211380" cy="547765"/>
              </a:xfrm>
              <a:prstGeom prst="rect">
                <a:avLst/>
              </a:prstGeom>
              <a:solidFill>
                <a:srgbClr val="0076C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" name="Rechthoek 31">
                <a:extLst>
                  <a:ext uri="{FF2B5EF4-FFF2-40B4-BE49-F238E27FC236}">
                    <a16:creationId xmlns:a16="http://schemas.microsoft.com/office/drawing/2014/main" id="{6C2C962B-4AFB-BAFA-3387-CC58C2C2E5D8}"/>
                  </a:ext>
                </a:extLst>
              </p:cNvPr>
              <p:cNvSpPr/>
              <p:nvPr/>
            </p:nvSpPr>
            <p:spPr>
              <a:xfrm rot="16200000">
                <a:off x="2061263" y="-168191"/>
                <a:ext cx="211380" cy="547765"/>
              </a:xfrm>
              <a:prstGeom prst="rect">
                <a:avLst/>
              </a:prstGeom>
              <a:solidFill>
                <a:srgbClr val="6F1D7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" name="Rechthoek 32">
                <a:extLst>
                  <a:ext uri="{FF2B5EF4-FFF2-40B4-BE49-F238E27FC236}">
                    <a16:creationId xmlns:a16="http://schemas.microsoft.com/office/drawing/2014/main" id="{84C1147C-28F3-5282-C4C1-2965C6BAD438}"/>
                  </a:ext>
                </a:extLst>
              </p:cNvPr>
              <p:cNvSpPr/>
              <p:nvPr/>
            </p:nvSpPr>
            <p:spPr>
              <a:xfrm rot="16200000">
                <a:off x="2692286" y="-168191"/>
                <a:ext cx="211380" cy="547765"/>
              </a:xfrm>
              <a:prstGeom prst="rect">
                <a:avLst/>
              </a:prstGeom>
              <a:solidFill>
                <a:srgbClr val="EF6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" name="Rechthoek 33">
                <a:extLst>
                  <a:ext uri="{FF2B5EF4-FFF2-40B4-BE49-F238E27FC236}">
                    <a16:creationId xmlns:a16="http://schemas.microsoft.com/office/drawing/2014/main" id="{51A3CB89-269F-4D60-28C8-7436E8344F80}"/>
                  </a:ext>
                </a:extLst>
              </p:cNvPr>
              <p:cNvSpPr/>
              <p:nvPr/>
            </p:nvSpPr>
            <p:spPr>
              <a:xfrm rot="16200000">
                <a:off x="3323310" y="-168191"/>
                <a:ext cx="211380" cy="547765"/>
              </a:xfrm>
              <a:prstGeom prst="rect">
                <a:avLst/>
              </a:prstGeom>
              <a:solidFill>
                <a:srgbClr val="A5003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2" name="Rechthoek 34">
                <a:extLst>
                  <a:ext uri="{FF2B5EF4-FFF2-40B4-BE49-F238E27FC236}">
                    <a16:creationId xmlns:a16="http://schemas.microsoft.com/office/drawing/2014/main" id="{4506FAC0-42D4-ED8F-3ACD-33C65C573E6B}"/>
                  </a:ext>
                </a:extLst>
              </p:cNvPr>
              <p:cNvSpPr/>
              <p:nvPr/>
            </p:nvSpPr>
            <p:spPr>
              <a:xfrm rot="16200000">
                <a:off x="3954334" y="-168191"/>
                <a:ext cx="211380" cy="547765"/>
              </a:xfrm>
              <a:prstGeom prst="rect">
                <a:avLst/>
              </a:prstGeom>
              <a:solidFill>
                <a:srgbClr val="E03C3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3" name="Rechthoek 37">
                <a:extLst>
                  <a:ext uri="{FF2B5EF4-FFF2-40B4-BE49-F238E27FC236}">
                    <a16:creationId xmlns:a16="http://schemas.microsoft.com/office/drawing/2014/main" id="{882B984B-E77F-D6E1-438A-F3F3AC0F6936}"/>
                  </a:ext>
                </a:extLst>
              </p:cNvPr>
              <p:cNvSpPr/>
              <p:nvPr/>
            </p:nvSpPr>
            <p:spPr>
              <a:xfrm rot="16200000">
                <a:off x="4585357" y="-168192"/>
                <a:ext cx="211380" cy="547765"/>
              </a:xfrm>
              <a:prstGeom prst="rect">
                <a:avLst/>
              </a:prstGeom>
              <a:solidFill>
                <a:srgbClr val="ED684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4" name="Rechthoek 38">
                <a:extLst>
                  <a:ext uri="{FF2B5EF4-FFF2-40B4-BE49-F238E27FC236}">
                    <a16:creationId xmlns:a16="http://schemas.microsoft.com/office/drawing/2014/main" id="{A304DA1C-F988-B353-D7F2-361D6AAB35C4}"/>
                  </a:ext>
                </a:extLst>
              </p:cNvPr>
              <p:cNvSpPr/>
              <p:nvPr/>
            </p:nvSpPr>
            <p:spPr>
              <a:xfrm rot="16200000">
                <a:off x="5216380" y="-168192"/>
                <a:ext cx="211380" cy="547764"/>
              </a:xfrm>
              <a:prstGeom prst="rect">
                <a:avLst/>
              </a:prstGeom>
              <a:solidFill>
                <a:srgbClr val="FFB81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5" name="Rechthoek 39">
                <a:extLst>
                  <a:ext uri="{FF2B5EF4-FFF2-40B4-BE49-F238E27FC236}">
                    <a16:creationId xmlns:a16="http://schemas.microsoft.com/office/drawing/2014/main" id="{9AF57F1C-4D90-9529-9418-7C8287FBB247}"/>
                  </a:ext>
                </a:extLst>
              </p:cNvPr>
              <p:cNvSpPr/>
              <p:nvPr/>
            </p:nvSpPr>
            <p:spPr>
              <a:xfrm rot="16200000">
                <a:off x="5847403" y="-168193"/>
                <a:ext cx="211380" cy="547765"/>
              </a:xfrm>
              <a:prstGeom prst="rect">
                <a:avLst/>
              </a:prstGeom>
              <a:solidFill>
                <a:srgbClr val="6CC24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sp>
          <p:nvSpPr>
            <p:cNvPr id="5" name="Rechthoek 39">
              <a:extLst>
                <a:ext uri="{FF2B5EF4-FFF2-40B4-BE49-F238E27FC236}">
                  <a16:creationId xmlns:a16="http://schemas.microsoft.com/office/drawing/2014/main" id="{60B90420-9BB2-7DBB-B650-04518FE5B6A9}"/>
                </a:ext>
              </a:extLst>
            </p:cNvPr>
            <p:cNvSpPr/>
            <p:nvPr userDrawn="1"/>
          </p:nvSpPr>
          <p:spPr>
            <a:xfrm rot="16200000">
              <a:off x="9460936" y="-1454904"/>
              <a:ext cx="211382" cy="547765"/>
            </a:xfrm>
            <a:prstGeom prst="rect">
              <a:avLst/>
            </a:prstGeom>
            <a:solidFill>
              <a:srgbClr val="009B7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05/11/2024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985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"/>
          <p:cNvGrpSpPr/>
          <p:nvPr/>
        </p:nvGrpSpPr>
        <p:grpSpPr>
          <a:xfrm>
            <a:off x="698501" y="5884314"/>
            <a:ext cx="1454912" cy="577167"/>
            <a:chOff x="0" y="0"/>
            <a:chExt cx="1454911" cy="577165"/>
          </a:xfrm>
        </p:grpSpPr>
        <p:sp>
          <p:nvSpPr>
            <p:cNvPr id="36" name="Freeform 5"/>
            <p:cNvSpPr/>
            <p:nvPr/>
          </p:nvSpPr>
          <p:spPr>
            <a:xfrm>
              <a:off x="289214" y="284162"/>
              <a:ext cx="268376" cy="293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7530"/>
                  </a:moveTo>
                  <a:cubicBezTo>
                    <a:pt x="13837" y="17530"/>
                    <a:pt x="15525" y="15652"/>
                    <a:pt x="15525" y="13148"/>
                  </a:cubicBezTo>
                  <a:cubicBezTo>
                    <a:pt x="15525" y="0"/>
                    <a:pt x="15525" y="0"/>
                    <a:pt x="15525" y="0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1600" y="13461"/>
                    <a:pt x="21600" y="13461"/>
                    <a:pt x="21600" y="13461"/>
                  </a:cubicBezTo>
                  <a:cubicBezTo>
                    <a:pt x="21600" y="19096"/>
                    <a:pt x="16537" y="21600"/>
                    <a:pt x="10800" y="21600"/>
                  </a:cubicBezTo>
                  <a:cubicBezTo>
                    <a:pt x="5063" y="21600"/>
                    <a:pt x="0" y="19096"/>
                    <a:pt x="0" y="134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413" y="0"/>
                    <a:pt x="6413" y="0"/>
                    <a:pt x="6413" y="0"/>
                  </a:cubicBezTo>
                  <a:cubicBezTo>
                    <a:pt x="6413" y="13148"/>
                    <a:pt x="6413" y="13148"/>
                    <a:pt x="6413" y="13148"/>
                  </a:cubicBezTo>
                  <a:cubicBezTo>
                    <a:pt x="6413" y="15652"/>
                    <a:pt x="7763" y="17530"/>
                    <a:pt x="10800" y="1753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7" name="Freeform 6"/>
            <p:cNvSpPr/>
            <p:nvPr/>
          </p:nvSpPr>
          <p:spPr>
            <a:xfrm>
              <a:off x="0" y="284162"/>
              <a:ext cx="251958" cy="284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79" y="21600"/>
                  </a:moveTo>
                  <a:lnTo>
                    <a:pt x="14400" y="21600"/>
                  </a:lnTo>
                  <a:lnTo>
                    <a:pt x="14400" y="4215"/>
                  </a:lnTo>
                  <a:lnTo>
                    <a:pt x="21600" y="4215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4215"/>
                  </a:lnTo>
                  <a:lnTo>
                    <a:pt x="7579" y="4215"/>
                  </a:lnTo>
                  <a:lnTo>
                    <a:pt x="7579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8" name="Freeform 7"/>
            <p:cNvSpPr/>
            <p:nvPr/>
          </p:nvSpPr>
          <p:spPr>
            <a:xfrm>
              <a:off x="76645" y="-1"/>
              <a:ext cx="266458" cy="267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65" h="21600" extrusionOk="0">
                  <a:moveTo>
                    <a:pt x="15162" y="12000"/>
                  </a:moveTo>
                  <a:cubicBezTo>
                    <a:pt x="13573" y="12343"/>
                    <a:pt x="11985" y="12000"/>
                    <a:pt x="11985" y="9943"/>
                  </a:cubicBezTo>
                  <a:cubicBezTo>
                    <a:pt x="11985" y="6857"/>
                    <a:pt x="18973" y="4114"/>
                    <a:pt x="19926" y="1371"/>
                  </a:cubicBezTo>
                  <a:cubicBezTo>
                    <a:pt x="20244" y="686"/>
                    <a:pt x="20244" y="0"/>
                    <a:pt x="19926" y="0"/>
                  </a:cubicBezTo>
                  <a:cubicBezTo>
                    <a:pt x="19609" y="0"/>
                    <a:pt x="19926" y="343"/>
                    <a:pt x="19291" y="1029"/>
                  </a:cubicBezTo>
                  <a:cubicBezTo>
                    <a:pt x="16432" y="4114"/>
                    <a:pt x="11668" y="4114"/>
                    <a:pt x="8173" y="5829"/>
                  </a:cubicBezTo>
                  <a:cubicBezTo>
                    <a:pt x="5632" y="6857"/>
                    <a:pt x="-1356" y="10629"/>
                    <a:pt x="232" y="18514"/>
                  </a:cubicBezTo>
                  <a:cubicBezTo>
                    <a:pt x="232" y="18857"/>
                    <a:pt x="550" y="20229"/>
                    <a:pt x="868" y="20229"/>
                  </a:cubicBezTo>
                  <a:cubicBezTo>
                    <a:pt x="868" y="20229"/>
                    <a:pt x="868" y="19543"/>
                    <a:pt x="868" y="18514"/>
                  </a:cubicBezTo>
                  <a:cubicBezTo>
                    <a:pt x="868" y="13714"/>
                    <a:pt x="6268" y="12343"/>
                    <a:pt x="7856" y="9257"/>
                  </a:cubicBezTo>
                  <a:cubicBezTo>
                    <a:pt x="8173" y="8914"/>
                    <a:pt x="8491" y="8571"/>
                    <a:pt x="8491" y="8571"/>
                  </a:cubicBezTo>
                  <a:cubicBezTo>
                    <a:pt x="8491" y="8914"/>
                    <a:pt x="8491" y="8914"/>
                    <a:pt x="8491" y="9257"/>
                  </a:cubicBezTo>
                  <a:cubicBezTo>
                    <a:pt x="7856" y="12000"/>
                    <a:pt x="5315" y="13371"/>
                    <a:pt x="6268" y="15429"/>
                  </a:cubicBezTo>
                  <a:cubicBezTo>
                    <a:pt x="6903" y="17829"/>
                    <a:pt x="9762" y="15771"/>
                    <a:pt x="10397" y="14400"/>
                  </a:cubicBezTo>
                  <a:cubicBezTo>
                    <a:pt x="10715" y="14057"/>
                    <a:pt x="10715" y="13714"/>
                    <a:pt x="11032" y="13714"/>
                  </a:cubicBezTo>
                  <a:cubicBezTo>
                    <a:pt x="11032" y="13714"/>
                    <a:pt x="11032" y="14400"/>
                    <a:pt x="11032" y="14743"/>
                  </a:cubicBezTo>
                  <a:cubicBezTo>
                    <a:pt x="10397" y="17486"/>
                    <a:pt x="10079" y="18857"/>
                    <a:pt x="8173" y="20571"/>
                  </a:cubicBezTo>
                  <a:cubicBezTo>
                    <a:pt x="7538" y="20914"/>
                    <a:pt x="6585" y="21257"/>
                    <a:pt x="6585" y="21600"/>
                  </a:cubicBezTo>
                  <a:cubicBezTo>
                    <a:pt x="6585" y="21600"/>
                    <a:pt x="7220" y="21600"/>
                    <a:pt x="7538" y="21600"/>
                  </a:cubicBezTo>
                  <a:cubicBezTo>
                    <a:pt x="12303" y="21257"/>
                    <a:pt x="16432" y="15086"/>
                    <a:pt x="17703" y="10971"/>
                  </a:cubicBezTo>
                  <a:cubicBezTo>
                    <a:pt x="17703" y="10629"/>
                    <a:pt x="17703" y="10286"/>
                    <a:pt x="17703" y="10286"/>
                  </a:cubicBezTo>
                  <a:cubicBezTo>
                    <a:pt x="17385" y="9943"/>
                    <a:pt x="17385" y="10286"/>
                    <a:pt x="17068" y="10629"/>
                  </a:cubicBezTo>
                  <a:cubicBezTo>
                    <a:pt x="16432" y="10971"/>
                    <a:pt x="15797" y="11657"/>
                    <a:pt x="15162" y="1200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9" name="Freeform 8"/>
            <p:cNvSpPr/>
            <p:nvPr/>
          </p:nvSpPr>
          <p:spPr>
            <a:xfrm>
              <a:off x="901742" y="364991"/>
              <a:ext cx="176182" cy="2121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29" y="9072"/>
                  </a:moveTo>
                  <a:cubicBezTo>
                    <a:pt x="4629" y="5616"/>
                    <a:pt x="6686" y="3024"/>
                    <a:pt x="10800" y="3024"/>
                  </a:cubicBezTo>
                  <a:cubicBezTo>
                    <a:pt x="14914" y="3024"/>
                    <a:pt x="16971" y="5616"/>
                    <a:pt x="16971" y="9072"/>
                  </a:cubicBezTo>
                  <a:lnTo>
                    <a:pt x="4629" y="9072"/>
                  </a:lnTo>
                  <a:close/>
                  <a:moveTo>
                    <a:pt x="21600" y="11664"/>
                  </a:moveTo>
                  <a:cubicBezTo>
                    <a:pt x="21600" y="9504"/>
                    <a:pt x="21600" y="9504"/>
                    <a:pt x="21600" y="9504"/>
                  </a:cubicBezTo>
                  <a:cubicBezTo>
                    <a:pt x="21600" y="3888"/>
                    <a:pt x="18000" y="0"/>
                    <a:pt x="10800" y="0"/>
                  </a:cubicBezTo>
                  <a:cubicBezTo>
                    <a:pt x="3600" y="0"/>
                    <a:pt x="0" y="5184"/>
                    <a:pt x="0" y="10800"/>
                  </a:cubicBezTo>
                  <a:cubicBezTo>
                    <a:pt x="0" y="16848"/>
                    <a:pt x="3086" y="21600"/>
                    <a:pt x="10800" y="21600"/>
                  </a:cubicBezTo>
                  <a:cubicBezTo>
                    <a:pt x="16457" y="21600"/>
                    <a:pt x="20571" y="19008"/>
                    <a:pt x="21086" y="14688"/>
                  </a:cubicBezTo>
                  <a:cubicBezTo>
                    <a:pt x="16457" y="14688"/>
                    <a:pt x="16457" y="14688"/>
                    <a:pt x="16457" y="14688"/>
                  </a:cubicBezTo>
                  <a:cubicBezTo>
                    <a:pt x="15943" y="17712"/>
                    <a:pt x="14400" y="18576"/>
                    <a:pt x="10800" y="18576"/>
                  </a:cubicBezTo>
                  <a:cubicBezTo>
                    <a:pt x="6171" y="18576"/>
                    <a:pt x="4629" y="15120"/>
                    <a:pt x="4629" y="11664"/>
                  </a:cubicBezTo>
                  <a:lnTo>
                    <a:pt x="21600" y="11664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" name="Rectangle 9"/>
            <p:cNvSpPr/>
            <p:nvPr/>
          </p:nvSpPr>
          <p:spPr>
            <a:xfrm>
              <a:off x="1124020" y="284162"/>
              <a:ext cx="33469" cy="284795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" name="Freeform 10"/>
            <p:cNvSpPr/>
            <p:nvPr/>
          </p:nvSpPr>
          <p:spPr>
            <a:xfrm>
              <a:off x="1199165" y="280373"/>
              <a:ext cx="126296" cy="2885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960" y="21600"/>
                  </a:moveTo>
                  <a:cubicBezTo>
                    <a:pt x="12960" y="8894"/>
                    <a:pt x="12960" y="8894"/>
                    <a:pt x="12960" y="8894"/>
                  </a:cubicBezTo>
                  <a:cubicBezTo>
                    <a:pt x="20880" y="8894"/>
                    <a:pt x="20880" y="8894"/>
                    <a:pt x="20880" y="8894"/>
                  </a:cubicBezTo>
                  <a:cubicBezTo>
                    <a:pt x="20880" y="6988"/>
                    <a:pt x="20880" y="6988"/>
                    <a:pt x="20880" y="6988"/>
                  </a:cubicBezTo>
                  <a:cubicBezTo>
                    <a:pt x="12960" y="6988"/>
                    <a:pt x="12960" y="6988"/>
                    <a:pt x="12960" y="6988"/>
                  </a:cubicBezTo>
                  <a:cubicBezTo>
                    <a:pt x="12960" y="4447"/>
                    <a:pt x="12960" y="4447"/>
                    <a:pt x="12960" y="4447"/>
                  </a:cubicBezTo>
                  <a:cubicBezTo>
                    <a:pt x="12960" y="2859"/>
                    <a:pt x="15120" y="2541"/>
                    <a:pt x="18720" y="2541"/>
                  </a:cubicBezTo>
                  <a:cubicBezTo>
                    <a:pt x="19440" y="2541"/>
                    <a:pt x="20880" y="2541"/>
                    <a:pt x="21600" y="2541"/>
                  </a:cubicBezTo>
                  <a:cubicBezTo>
                    <a:pt x="21600" y="318"/>
                    <a:pt x="21600" y="318"/>
                    <a:pt x="21600" y="318"/>
                  </a:cubicBezTo>
                  <a:cubicBezTo>
                    <a:pt x="20160" y="0"/>
                    <a:pt x="18720" y="0"/>
                    <a:pt x="17280" y="0"/>
                  </a:cubicBezTo>
                  <a:cubicBezTo>
                    <a:pt x="10800" y="0"/>
                    <a:pt x="6480" y="1271"/>
                    <a:pt x="6480" y="4129"/>
                  </a:cubicBezTo>
                  <a:cubicBezTo>
                    <a:pt x="6480" y="6988"/>
                    <a:pt x="6480" y="6988"/>
                    <a:pt x="6480" y="6988"/>
                  </a:cubicBezTo>
                  <a:cubicBezTo>
                    <a:pt x="0" y="6988"/>
                    <a:pt x="0" y="6988"/>
                    <a:pt x="0" y="6988"/>
                  </a:cubicBezTo>
                  <a:cubicBezTo>
                    <a:pt x="0" y="8894"/>
                    <a:pt x="0" y="8894"/>
                    <a:pt x="0" y="8894"/>
                  </a:cubicBezTo>
                  <a:cubicBezTo>
                    <a:pt x="6480" y="8894"/>
                    <a:pt x="6480" y="8894"/>
                    <a:pt x="6480" y="8894"/>
                  </a:cubicBezTo>
                  <a:cubicBezTo>
                    <a:pt x="6480" y="21600"/>
                    <a:pt x="6480" y="21600"/>
                    <a:pt x="6480" y="21600"/>
                  </a:cubicBezTo>
                  <a:lnTo>
                    <a:pt x="12960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2" name="Freeform 11"/>
            <p:cNvSpPr/>
            <p:nvPr/>
          </p:nvSpPr>
          <p:spPr>
            <a:xfrm>
              <a:off x="1341878" y="318262"/>
              <a:ext cx="113034" cy="258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603"/>
                  </a:moveTo>
                  <a:cubicBezTo>
                    <a:pt x="0" y="6728"/>
                    <a:pt x="0" y="6728"/>
                    <a:pt x="0" y="6728"/>
                  </a:cubicBezTo>
                  <a:cubicBezTo>
                    <a:pt x="6400" y="6728"/>
                    <a:pt x="6400" y="6728"/>
                    <a:pt x="6400" y="6728"/>
                  </a:cubicBezTo>
                  <a:cubicBezTo>
                    <a:pt x="6400" y="17351"/>
                    <a:pt x="6400" y="17351"/>
                    <a:pt x="6400" y="17351"/>
                  </a:cubicBezTo>
                  <a:cubicBezTo>
                    <a:pt x="6400" y="19475"/>
                    <a:pt x="6400" y="21600"/>
                    <a:pt x="16800" y="21600"/>
                  </a:cubicBezTo>
                  <a:cubicBezTo>
                    <a:pt x="18400" y="21600"/>
                    <a:pt x="20000" y="21246"/>
                    <a:pt x="21600" y="21246"/>
                  </a:cubicBezTo>
                  <a:cubicBezTo>
                    <a:pt x="21600" y="18767"/>
                    <a:pt x="21600" y="18767"/>
                    <a:pt x="21600" y="18767"/>
                  </a:cubicBezTo>
                  <a:cubicBezTo>
                    <a:pt x="20800" y="19121"/>
                    <a:pt x="19200" y="19121"/>
                    <a:pt x="17600" y="19121"/>
                  </a:cubicBezTo>
                  <a:cubicBezTo>
                    <a:pt x="15200" y="19121"/>
                    <a:pt x="13600" y="18413"/>
                    <a:pt x="13600" y="17351"/>
                  </a:cubicBezTo>
                  <a:cubicBezTo>
                    <a:pt x="13600" y="6728"/>
                    <a:pt x="13600" y="6728"/>
                    <a:pt x="13600" y="6728"/>
                  </a:cubicBezTo>
                  <a:cubicBezTo>
                    <a:pt x="21600" y="6728"/>
                    <a:pt x="21600" y="6728"/>
                    <a:pt x="21600" y="6728"/>
                  </a:cubicBezTo>
                  <a:cubicBezTo>
                    <a:pt x="21600" y="4603"/>
                    <a:pt x="21600" y="4603"/>
                    <a:pt x="21600" y="4603"/>
                  </a:cubicBezTo>
                  <a:cubicBezTo>
                    <a:pt x="13600" y="4603"/>
                    <a:pt x="13600" y="4603"/>
                    <a:pt x="13600" y="4603"/>
                  </a:cubicBezTo>
                  <a:cubicBezTo>
                    <a:pt x="13600" y="0"/>
                    <a:pt x="13600" y="0"/>
                    <a:pt x="13600" y="0"/>
                  </a:cubicBezTo>
                  <a:cubicBezTo>
                    <a:pt x="6400" y="1062"/>
                    <a:pt x="6400" y="1062"/>
                    <a:pt x="6400" y="1062"/>
                  </a:cubicBezTo>
                  <a:cubicBezTo>
                    <a:pt x="6400" y="4603"/>
                    <a:pt x="6400" y="4603"/>
                    <a:pt x="6400" y="4603"/>
                  </a:cubicBezTo>
                  <a:lnTo>
                    <a:pt x="0" y="4603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" name="Freeform 12"/>
            <p:cNvSpPr/>
            <p:nvPr/>
          </p:nvSpPr>
          <p:spPr>
            <a:xfrm>
              <a:off x="637155" y="284162"/>
              <a:ext cx="226699" cy="284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9200" y="21600"/>
                    <a:pt x="9200" y="21600"/>
                    <a:pt x="9200" y="21600"/>
                  </a:cubicBezTo>
                  <a:cubicBezTo>
                    <a:pt x="20400" y="21600"/>
                    <a:pt x="21600" y="13863"/>
                    <a:pt x="21600" y="10961"/>
                  </a:cubicBezTo>
                  <a:cubicBezTo>
                    <a:pt x="21600" y="8060"/>
                    <a:pt x="20400" y="0"/>
                    <a:pt x="920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1600"/>
                  </a:lnTo>
                  <a:close/>
                  <a:moveTo>
                    <a:pt x="3600" y="2579"/>
                  </a:moveTo>
                  <a:cubicBezTo>
                    <a:pt x="9200" y="2579"/>
                    <a:pt x="9200" y="2579"/>
                    <a:pt x="9200" y="2579"/>
                  </a:cubicBezTo>
                  <a:cubicBezTo>
                    <a:pt x="15200" y="2579"/>
                    <a:pt x="18000" y="6448"/>
                    <a:pt x="18000" y="10961"/>
                  </a:cubicBezTo>
                  <a:cubicBezTo>
                    <a:pt x="18000" y="15475"/>
                    <a:pt x="15200" y="19021"/>
                    <a:pt x="9200" y="19021"/>
                  </a:cubicBezTo>
                  <a:cubicBezTo>
                    <a:pt x="3600" y="19021"/>
                    <a:pt x="3600" y="19021"/>
                    <a:pt x="3600" y="19021"/>
                  </a:cubicBezTo>
                  <a:lnTo>
                    <a:pt x="3600" y="2579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5" name="Rechthoek 6"/>
          <p:cNvSpPr/>
          <p:nvPr/>
        </p:nvSpPr>
        <p:spPr>
          <a:xfrm>
            <a:off x="161518" y="119267"/>
            <a:ext cx="11868965" cy="64082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" name="Tekstvak 4"/>
          <p:cNvSpPr txBox="1"/>
          <p:nvPr/>
        </p:nvSpPr>
        <p:spPr>
          <a:xfrm>
            <a:off x="34969" y="-662297"/>
            <a:ext cx="12100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400" spc="50">
                <a:solidFill>
                  <a:schemeClr val="accent2"/>
                </a:solidFill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1pPr>
          </a:lstStyle>
          <a:p>
            <a:r>
              <a:rPr dirty="0">
                <a:solidFill>
                  <a:schemeClr val="tx1"/>
                </a:solidFill>
              </a:rPr>
              <a:t>Logo (</a:t>
            </a:r>
            <a:r>
              <a:rPr dirty="0" err="1">
                <a:solidFill>
                  <a:schemeClr val="tx1"/>
                </a:solidFill>
              </a:rPr>
              <a:t>Animatie</a:t>
            </a:r>
            <a:r>
              <a:rPr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0" name="Freeform 5"/>
          <p:cNvSpPr/>
          <p:nvPr/>
        </p:nvSpPr>
        <p:spPr>
          <a:xfrm>
            <a:off x="4543471" y="3282713"/>
            <a:ext cx="950757" cy="10380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530"/>
                </a:moveTo>
                <a:cubicBezTo>
                  <a:pt x="13838" y="17530"/>
                  <a:pt x="15525" y="15652"/>
                  <a:pt x="15525" y="13148"/>
                </a:cubicBezTo>
                <a:cubicBezTo>
                  <a:pt x="15525" y="0"/>
                  <a:pt x="15525" y="0"/>
                  <a:pt x="15525" y="0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21600" y="13461"/>
                  <a:pt x="21600" y="13461"/>
                  <a:pt x="21600" y="13461"/>
                </a:cubicBezTo>
                <a:cubicBezTo>
                  <a:pt x="21600" y="19096"/>
                  <a:pt x="16538" y="21600"/>
                  <a:pt x="10800" y="21600"/>
                </a:cubicBezTo>
                <a:cubicBezTo>
                  <a:pt x="5062" y="21600"/>
                  <a:pt x="0" y="19096"/>
                  <a:pt x="0" y="13461"/>
                </a:cubicBezTo>
                <a:cubicBezTo>
                  <a:pt x="0" y="0"/>
                  <a:pt x="0" y="0"/>
                  <a:pt x="0" y="0"/>
                </a:cubicBezTo>
                <a:cubicBezTo>
                  <a:pt x="6412" y="0"/>
                  <a:pt x="6412" y="0"/>
                  <a:pt x="6412" y="0"/>
                </a:cubicBezTo>
                <a:cubicBezTo>
                  <a:pt x="6412" y="13148"/>
                  <a:pt x="6412" y="13148"/>
                  <a:pt x="6412" y="13148"/>
                </a:cubicBezTo>
                <a:cubicBezTo>
                  <a:pt x="6412" y="15652"/>
                  <a:pt x="7762" y="17530"/>
                  <a:pt x="10800" y="1753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" name="Freeform 6"/>
          <p:cNvSpPr/>
          <p:nvPr/>
        </p:nvSpPr>
        <p:spPr>
          <a:xfrm>
            <a:off x="3518892" y="3282713"/>
            <a:ext cx="892593" cy="10089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579" y="21600"/>
                </a:moveTo>
                <a:lnTo>
                  <a:pt x="14400" y="21600"/>
                </a:lnTo>
                <a:lnTo>
                  <a:pt x="14400" y="4215"/>
                </a:lnTo>
                <a:lnTo>
                  <a:pt x="21600" y="4215"/>
                </a:lnTo>
                <a:lnTo>
                  <a:pt x="21600" y="0"/>
                </a:lnTo>
                <a:lnTo>
                  <a:pt x="0" y="0"/>
                </a:lnTo>
                <a:lnTo>
                  <a:pt x="0" y="4215"/>
                </a:lnTo>
                <a:lnTo>
                  <a:pt x="7579" y="4215"/>
                </a:lnTo>
                <a:lnTo>
                  <a:pt x="7579" y="2160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" name="Freeform 7"/>
          <p:cNvSpPr/>
          <p:nvPr/>
        </p:nvSpPr>
        <p:spPr>
          <a:xfrm>
            <a:off x="3790419" y="2276031"/>
            <a:ext cx="943961" cy="9462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5" h="21600" extrusionOk="0">
                <a:moveTo>
                  <a:pt x="15162" y="12000"/>
                </a:moveTo>
                <a:cubicBezTo>
                  <a:pt x="13573" y="12343"/>
                  <a:pt x="11985" y="12000"/>
                  <a:pt x="11985" y="9943"/>
                </a:cubicBezTo>
                <a:cubicBezTo>
                  <a:pt x="11985" y="6857"/>
                  <a:pt x="18973" y="4114"/>
                  <a:pt x="19926" y="1371"/>
                </a:cubicBezTo>
                <a:cubicBezTo>
                  <a:pt x="20244" y="686"/>
                  <a:pt x="20244" y="0"/>
                  <a:pt x="19926" y="0"/>
                </a:cubicBezTo>
                <a:cubicBezTo>
                  <a:pt x="19609" y="0"/>
                  <a:pt x="19926" y="343"/>
                  <a:pt x="19291" y="1029"/>
                </a:cubicBezTo>
                <a:cubicBezTo>
                  <a:pt x="16432" y="4114"/>
                  <a:pt x="11668" y="4114"/>
                  <a:pt x="8173" y="5829"/>
                </a:cubicBezTo>
                <a:cubicBezTo>
                  <a:pt x="5632" y="6857"/>
                  <a:pt x="-1356" y="10629"/>
                  <a:pt x="232" y="18514"/>
                </a:cubicBezTo>
                <a:cubicBezTo>
                  <a:pt x="232" y="18857"/>
                  <a:pt x="550" y="20229"/>
                  <a:pt x="868" y="20229"/>
                </a:cubicBezTo>
                <a:cubicBezTo>
                  <a:pt x="868" y="20229"/>
                  <a:pt x="868" y="19543"/>
                  <a:pt x="868" y="18514"/>
                </a:cubicBezTo>
                <a:cubicBezTo>
                  <a:pt x="868" y="13714"/>
                  <a:pt x="6268" y="12343"/>
                  <a:pt x="7856" y="9257"/>
                </a:cubicBezTo>
                <a:cubicBezTo>
                  <a:pt x="8173" y="8914"/>
                  <a:pt x="8491" y="8571"/>
                  <a:pt x="8491" y="8571"/>
                </a:cubicBezTo>
                <a:cubicBezTo>
                  <a:pt x="8491" y="8914"/>
                  <a:pt x="8491" y="8914"/>
                  <a:pt x="8491" y="9257"/>
                </a:cubicBezTo>
                <a:cubicBezTo>
                  <a:pt x="7856" y="12000"/>
                  <a:pt x="5315" y="13371"/>
                  <a:pt x="6268" y="15429"/>
                </a:cubicBezTo>
                <a:cubicBezTo>
                  <a:pt x="6903" y="17829"/>
                  <a:pt x="9762" y="15771"/>
                  <a:pt x="10397" y="14400"/>
                </a:cubicBezTo>
                <a:cubicBezTo>
                  <a:pt x="10715" y="14057"/>
                  <a:pt x="10715" y="13714"/>
                  <a:pt x="11032" y="13714"/>
                </a:cubicBezTo>
                <a:cubicBezTo>
                  <a:pt x="11032" y="13714"/>
                  <a:pt x="11032" y="14400"/>
                  <a:pt x="11032" y="14743"/>
                </a:cubicBezTo>
                <a:cubicBezTo>
                  <a:pt x="10397" y="17486"/>
                  <a:pt x="10079" y="18857"/>
                  <a:pt x="8173" y="20571"/>
                </a:cubicBezTo>
                <a:cubicBezTo>
                  <a:pt x="7538" y="20914"/>
                  <a:pt x="6585" y="21257"/>
                  <a:pt x="6585" y="21600"/>
                </a:cubicBezTo>
                <a:cubicBezTo>
                  <a:pt x="6585" y="21600"/>
                  <a:pt x="7220" y="21600"/>
                  <a:pt x="7538" y="21600"/>
                </a:cubicBezTo>
                <a:cubicBezTo>
                  <a:pt x="12303" y="21257"/>
                  <a:pt x="16432" y="15086"/>
                  <a:pt x="17703" y="10971"/>
                </a:cubicBezTo>
                <a:cubicBezTo>
                  <a:pt x="17703" y="10629"/>
                  <a:pt x="17703" y="10286"/>
                  <a:pt x="17703" y="10286"/>
                </a:cubicBezTo>
                <a:cubicBezTo>
                  <a:pt x="17385" y="9943"/>
                  <a:pt x="17385" y="10286"/>
                  <a:pt x="17068" y="10629"/>
                </a:cubicBezTo>
                <a:cubicBezTo>
                  <a:pt x="16432" y="10971"/>
                  <a:pt x="15797" y="11657"/>
                  <a:pt x="15162" y="12000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3" name="Freeform 8"/>
          <p:cNvSpPr/>
          <p:nvPr/>
        </p:nvSpPr>
        <p:spPr>
          <a:xfrm>
            <a:off x="6713432" y="3569060"/>
            <a:ext cx="624144" cy="7516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629" y="9072"/>
                </a:moveTo>
                <a:cubicBezTo>
                  <a:pt x="4629" y="5616"/>
                  <a:pt x="6686" y="3024"/>
                  <a:pt x="10800" y="3024"/>
                </a:cubicBezTo>
                <a:cubicBezTo>
                  <a:pt x="14914" y="3024"/>
                  <a:pt x="16971" y="5616"/>
                  <a:pt x="16971" y="9072"/>
                </a:cubicBezTo>
                <a:lnTo>
                  <a:pt x="4629" y="9072"/>
                </a:lnTo>
                <a:close/>
                <a:moveTo>
                  <a:pt x="21600" y="11664"/>
                </a:moveTo>
                <a:cubicBezTo>
                  <a:pt x="21600" y="9504"/>
                  <a:pt x="21600" y="9504"/>
                  <a:pt x="21600" y="9504"/>
                </a:cubicBezTo>
                <a:cubicBezTo>
                  <a:pt x="21600" y="3888"/>
                  <a:pt x="18000" y="0"/>
                  <a:pt x="10800" y="0"/>
                </a:cubicBezTo>
                <a:cubicBezTo>
                  <a:pt x="3600" y="0"/>
                  <a:pt x="0" y="5184"/>
                  <a:pt x="0" y="10800"/>
                </a:cubicBezTo>
                <a:cubicBezTo>
                  <a:pt x="0" y="16848"/>
                  <a:pt x="3086" y="21600"/>
                  <a:pt x="10800" y="21600"/>
                </a:cubicBezTo>
                <a:cubicBezTo>
                  <a:pt x="16457" y="21600"/>
                  <a:pt x="20571" y="19008"/>
                  <a:pt x="21086" y="14688"/>
                </a:cubicBezTo>
                <a:cubicBezTo>
                  <a:pt x="16457" y="14688"/>
                  <a:pt x="16457" y="14688"/>
                  <a:pt x="16457" y="14688"/>
                </a:cubicBezTo>
                <a:cubicBezTo>
                  <a:pt x="15943" y="17712"/>
                  <a:pt x="14400" y="18576"/>
                  <a:pt x="10800" y="18576"/>
                </a:cubicBezTo>
                <a:cubicBezTo>
                  <a:pt x="6171" y="18576"/>
                  <a:pt x="4629" y="15120"/>
                  <a:pt x="4629" y="11664"/>
                </a:cubicBezTo>
                <a:lnTo>
                  <a:pt x="21600" y="11664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" name="Rectangle 9"/>
          <p:cNvSpPr/>
          <p:nvPr/>
        </p:nvSpPr>
        <p:spPr>
          <a:xfrm>
            <a:off x="7500883" y="3282713"/>
            <a:ext cx="118566" cy="100892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" name="Freeform 10"/>
          <p:cNvSpPr/>
          <p:nvPr/>
        </p:nvSpPr>
        <p:spPr>
          <a:xfrm>
            <a:off x="7767094" y="3269291"/>
            <a:ext cx="447416" cy="10223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60" y="21600"/>
                </a:moveTo>
                <a:cubicBezTo>
                  <a:pt x="12960" y="8894"/>
                  <a:pt x="12960" y="8894"/>
                  <a:pt x="12960" y="8894"/>
                </a:cubicBezTo>
                <a:cubicBezTo>
                  <a:pt x="20880" y="8894"/>
                  <a:pt x="20880" y="8894"/>
                  <a:pt x="20880" y="8894"/>
                </a:cubicBezTo>
                <a:cubicBezTo>
                  <a:pt x="20880" y="6988"/>
                  <a:pt x="20880" y="6988"/>
                  <a:pt x="20880" y="6988"/>
                </a:cubicBezTo>
                <a:cubicBezTo>
                  <a:pt x="12960" y="6988"/>
                  <a:pt x="12960" y="6988"/>
                  <a:pt x="12960" y="6988"/>
                </a:cubicBezTo>
                <a:cubicBezTo>
                  <a:pt x="12960" y="4447"/>
                  <a:pt x="12960" y="4447"/>
                  <a:pt x="12960" y="4447"/>
                </a:cubicBezTo>
                <a:cubicBezTo>
                  <a:pt x="12960" y="2859"/>
                  <a:pt x="15120" y="2541"/>
                  <a:pt x="18720" y="2541"/>
                </a:cubicBezTo>
                <a:cubicBezTo>
                  <a:pt x="19440" y="2541"/>
                  <a:pt x="20880" y="2541"/>
                  <a:pt x="21600" y="2541"/>
                </a:cubicBezTo>
                <a:cubicBezTo>
                  <a:pt x="21600" y="318"/>
                  <a:pt x="21600" y="318"/>
                  <a:pt x="21600" y="318"/>
                </a:cubicBezTo>
                <a:cubicBezTo>
                  <a:pt x="20160" y="0"/>
                  <a:pt x="18720" y="0"/>
                  <a:pt x="17280" y="0"/>
                </a:cubicBezTo>
                <a:cubicBezTo>
                  <a:pt x="10800" y="0"/>
                  <a:pt x="6480" y="1271"/>
                  <a:pt x="6480" y="4129"/>
                </a:cubicBezTo>
                <a:cubicBezTo>
                  <a:pt x="6480" y="6988"/>
                  <a:pt x="6480" y="6988"/>
                  <a:pt x="6480" y="6988"/>
                </a:cubicBezTo>
                <a:cubicBezTo>
                  <a:pt x="0" y="6988"/>
                  <a:pt x="0" y="6988"/>
                  <a:pt x="0" y="6988"/>
                </a:cubicBezTo>
                <a:cubicBezTo>
                  <a:pt x="0" y="8894"/>
                  <a:pt x="0" y="8894"/>
                  <a:pt x="0" y="8894"/>
                </a:cubicBezTo>
                <a:cubicBezTo>
                  <a:pt x="6480" y="8894"/>
                  <a:pt x="6480" y="8894"/>
                  <a:pt x="6480" y="8894"/>
                </a:cubicBezTo>
                <a:cubicBezTo>
                  <a:pt x="6480" y="21600"/>
                  <a:pt x="6480" y="21600"/>
                  <a:pt x="6480" y="21600"/>
                </a:cubicBezTo>
                <a:lnTo>
                  <a:pt x="12960" y="2160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6" name="Freeform 11"/>
          <p:cNvSpPr/>
          <p:nvPr/>
        </p:nvSpPr>
        <p:spPr>
          <a:xfrm>
            <a:off x="8272673" y="3403515"/>
            <a:ext cx="400437" cy="9172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4603"/>
                </a:moveTo>
                <a:cubicBezTo>
                  <a:pt x="0" y="6728"/>
                  <a:pt x="0" y="6728"/>
                  <a:pt x="0" y="6728"/>
                </a:cubicBezTo>
                <a:cubicBezTo>
                  <a:pt x="6400" y="6728"/>
                  <a:pt x="6400" y="6728"/>
                  <a:pt x="6400" y="6728"/>
                </a:cubicBezTo>
                <a:cubicBezTo>
                  <a:pt x="6400" y="17351"/>
                  <a:pt x="6400" y="17351"/>
                  <a:pt x="6400" y="17351"/>
                </a:cubicBezTo>
                <a:cubicBezTo>
                  <a:pt x="6400" y="19475"/>
                  <a:pt x="6400" y="21600"/>
                  <a:pt x="16800" y="21600"/>
                </a:cubicBezTo>
                <a:cubicBezTo>
                  <a:pt x="18400" y="21600"/>
                  <a:pt x="20000" y="21246"/>
                  <a:pt x="21600" y="21246"/>
                </a:cubicBezTo>
                <a:cubicBezTo>
                  <a:pt x="21600" y="18767"/>
                  <a:pt x="21600" y="18767"/>
                  <a:pt x="21600" y="18767"/>
                </a:cubicBezTo>
                <a:cubicBezTo>
                  <a:pt x="20800" y="19121"/>
                  <a:pt x="19200" y="19121"/>
                  <a:pt x="17600" y="19121"/>
                </a:cubicBezTo>
                <a:cubicBezTo>
                  <a:pt x="15200" y="19121"/>
                  <a:pt x="13600" y="18413"/>
                  <a:pt x="13600" y="17351"/>
                </a:cubicBezTo>
                <a:cubicBezTo>
                  <a:pt x="13600" y="6728"/>
                  <a:pt x="13600" y="6728"/>
                  <a:pt x="13600" y="6728"/>
                </a:cubicBezTo>
                <a:cubicBezTo>
                  <a:pt x="21600" y="6728"/>
                  <a:pt x="21600" y="6728"/>
                  <a:pt x="21600" y="6728"/>
                </a:cubicBezTo>
                <a:cubicBezTo>
                  <a:pt x="21600" y="4603"/>
                  <a:pt x="21600" y="4603"/>
                  <a:pt x="21600" y="4603"/>
                </a:cubicBezTo>
                <a:cubicBezTo>
                  <a:pt x="13600" y="4603"/>
                  <a:pt x="13600" y="4603"/>
                  <a:pt x="13600" y="4603"/>
                </a:cubicBezTo>
                <a:cubicBezTo>
                  <a:pt x="13600" y="0"/>
                  <a:pt x="13600" y="0"/>
                  <a:pt x="13600" y="0"/>
                </a:cubicBezTo>
                <a:cubicBezTo>
                  <a:pt x="6400" y="1062"/>
                  <a:pt x="6400" y="1062"/>
                  <a:pt x="6400" y="1062"/>
                </a:cubicBezTo>
                <a:cubicBezTo>
                  <a:pt x="6400" y="4603"/>
                  <a:pt x="6400" y="4603"/>
                  <a:pt x="6400" y="4603"/>
                </a:cubicBezTo>
                <a:lnTo>
                  <a:pt x="0" y="4603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" name="Freeform 12"/>
          <p:cNvSpPr/>
          <p:nvPr/>
        </p:nvSpPr>
        <p:spPr>
          <a:xfrm>
            <a:off x="5776098" y="3282713"/>
            <a:ext cx="803111" cy="10089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9200" y="21600"/>
                  <a:pt x="9200" y="21600"/>
                  <a:pt x="9200" y="21600"/>
                </a:cubicBezTo>
                <a:cubicBezTo>
                  <a:pt x="20400" y="21600"/>
                  <a:pt x="21600" y="13863"/>
                  <a:pt x="21600" y="10961"/>
                </a:cubicBezTo>
                <a:cubicBezTo>
                  <a:pt x="21600" y="8060"/>
                  <a:pt x="20400" y="0"/>
                  <a:pt x="9200" y="0"/>
                </a:cubicBezTo>
                <a:cubicBezTo>
                  <a:pt x="0" y="0"/>
                  <a:pt x="0" y="0"/>
                  <a:pt x="0" y="0"/>
                </a:cubicBezTo>
                <a:lnTo>
                  <a:pt x="0" y="21600"/>
                </a:lnTo>
                <a:close/>
                <a:moveTo>
                  <a:pt x="3600" y="2579"/>
                </a:moveTo>
                <a:cubicBezTo>
                  <a:pt x="9200" y="2579"/>
                  <a:pt x="9200" y="2579"/>
                  <a:pt x="9200" y="2579"/>
                </a:cubicBezTo>
                <a:cubicBezTo>
                  <a:pt x="15200" y="2579"/>
                  <a:pt x="18000" y="6448"/>
                  <a:pt x="18000" y="10961"/>
                </a:cubicBezTo>
                <a:cubicBezTo>
                  <a:pt x="18000" y="15475"/>
                  <a:pt x="15200" y="19021"/>
                  <a:pt x="9200" y="19021"/>
                </a:cubicBezTo>
                <a:cubicBezTo>
                  <a:pt x="3600" y="19021"/>
                  <a:pt x="3600" y="19021"/>
                  <a:pt x="3600" y="19021"/>
                </a:cubicBezTo>
                <a:lnTo>
                  <a:pt x="3600" y="2579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" name="Title Text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69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200">
                <a:solidFill>
                  <a:srgbClr val="A6A6A6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61A80FD-2CA8-17DE-01B0-6834BDEB2B59}"/>
              </a:ext>
            </a:extLst>
          </p:cNvPr>
          <p:cNvGrpSpPr/>
          <p:nvPr userDrawn="1"/>
        </p:nvGrpSpPr>
        <p:grpSpPr>
          <a:xfrm>
            <a:off x="2982510" y="-1286712"/>
            <a:ext cx="6858001" cy="592943"/>
            <a:chOff x="2982510" y="-1286712"/>
            <a:chExt cx="6858001" cy="592943"/>
          </a:xfrm>
        </p:grpSpPr>
        <p:sp>
          <p:nvSpPr>
            <p:cNvPr id="3" name="Rechthoek 36">
              <a:extLst>
                <a:ext uri="{FF2B5EF4-FFF2-40B4-BE49-F238E27FC236}">
                  <a16:creationId xmlns:a16="http://schemas.microsoft.com/office/drawing/2014/main" id="{6E531BAD-BA54-79AF-6F09-ECD85125907A}"/>
                </a:ext>
              </a:extLst>
            </p:cNvPr>
            <p:cNvSpPr/>
            <p:nvPr/>
          </p:nvSpPr>
          <p:spPr>
            <a:xfrm rot="16200000">
              <a:off x="6254550" y="-4279730"/>
              <a:ext cx="313921" cy="6858001"/>
            </a:xfrm>
            <a:prstGeom prst="rect">
              <a:avLst/>
            </a:prstGeom>
            <a:solidFill>
              <a:srgbClr val="00A6D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dirty="0"/>
            </a:p>
          </p:txBody>
        </p:sp>
        <p:grpSp>
          <p:nvGrpSpPr>
            <p:cNvPr id="4" name="Groep 8">
              <a:extLst>
                <a:ext uri="{FF2B5EF4-FFF2-40B4-BE49-F238E27FC236}">
                  <a16:creationId xmlns:a16="http://schemas.microsoft.com/office/drawing/2014/main" id="{33E21D9E-B033-D6A4-2D4E-E7C3BC29BE32}"/>
                </a:ext>
              </a:extLst>
            </p:cNvPr>
            <p:cNvGrpSpPr/>
            <p:nvPr/>
          </p:nvGrpSpPr>
          <p:grpSpPr>
            <a:xfrm>
              <a:off x="2982511" y="-1286711"/>
              <a:ext cx="6226976" cy="211382"/>
              <a:chOff x="0" y="0"/>
              <a:chExt cx="6226974" cy="211380"/>
            </a:xfrm>
          </p:grpSpPr>
          <p:sp>
            <p:nvSpPr>
              <p:cNvPr id="6" name="Rechthoek 6">
                <a:extLst>
                  <a:ext uri="{FF2B5EF4-FFF2-40B4-BE49-F238E27FC236}">
                    <a16:creationId xmlns:a16="http://schemas.microsoft.com/office/drawing/2014/main" id="{DA896D7E-3E7D-EA59-E08E-7F161441EE28}"/>
                  </a:ext>
                </a:extLst>
              </p:cNvPr>
              <p:cNvSpPr/>
              <p:nvPr/>
            </p:nvSpPr>
            <p:spPr>
              <a:xfrm rot="16200000">
                <a:off x="168192" y="-168191"/>
                <a:ext cx="211380" cy="547765"/>
              </a:xfrm>
              <a:prstGeom prst="rect">
                <a:avLst/>
              </a:prstGeom>
              <a:solidFill>
                <a:srgbClr val="0C234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7" name="Rechthoek 29">
                <a:extLst>
                  <a:ext uri="{FF2B5EF4-FFF2-40B4-BE49-F238E27FC236}">
                    <a16:creationId xmlns:a16="http://schemas.microsoft.com/office/drawing/2014/main" id="{27E43984-F384-F21F-8469-814149357BE3}"/>
                  </a:ext>
                </a:extLst>
              </p:cNvPr>
              <p:cNvSpPr/>
              <p:nvPr/>
            </p:nvSpPr>
            <p:spPr>
              <a:xfrm rot="16200000">
                <a:off x="799215" y="-168191"/>
                <a:ext cx="211380" cy="547765"/>
              </a:xfrm>
              <a:prstGeom prst="rect">
                <a:avLst/>
              </a:prstGeom>
              <a:solidFill>
                <a:srgbClr val="00B8C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8" name="Rechthoek 30">
                <a:extLst>
                  <a:ext uri="{FF2B5EF4-FFF2-40B4-BE49-F238E27FC236}">
                    <a16:creationId xmlns:a16="http://schemas.microsoft.com/office/drawing/2014/main" id="{9B9CBF6C-D7DD-1FBA-8852-88B5A45D4E85}"/>
                  </a:ext>
                </a:extLst>
              </p:cNvPr>
              <p:cNvSpPr/>
              <p:nvPr/>
            </p:nvSpPr>
            <p:spPr>
              <a:xfrm rot="16200000">
                <a:off x="1430239" y="-168191"/>
                <a:ext cx="211380" cy="547765"/>
              </a:xfrm>
              <a:prstGeom prst="rect">
                <a:avLst/>
              </a:prstGeom>
              <a:solidFill>
                <a:srgbClr val="0076C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" name="Rechthoek 31">
                <a:extLst>
                  <a:ext uri="{FF2B5EF4-FFF2-40B4-BE49-F238E27FC236}">
                    <a16:creationId xmlns:a16="http://schemas.microsoft.com/office/drawing/2014/main" id="{95ED7A00-2015-D1DF-BDC2-BA453CBE00A3}"/>
                  </a:ext>
                </a:extLst>
              </p:cNvPr>
              <p:cNvSpPr/>
              <p:nvPr/>
            </p:nvSpPr>
            <p:spPr>
              <a:xfrm rot="16200000">
                <a:off x="2061263" y="-168191"/>
                <a:ext cx="211380" cy="547765"/>
              </a:xfrm>
              <a:prstGeom prst="rect">
                <a:avLst/>
              </a:prstGeom>
              <a:solidFill>
                <a:srgbClr val="6F1D7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" name="Rechthoek 32">
                <a:extLst>
                  <a:ext uri="{FF2B5EF4-FFF2-40B4-BE49-F238E27FC236}">
                    <a16:creationId xmlns:a16="http://schemas.microsoft.com/office/drawing/2014/main" id="{A72B6209-AB0F-2555-7997-A009584D9170}"/>
                  </a:ext>
                </a:extLst>
              </p:cNvPr>
              <p:cNvSpPr/>
              <p:nvPr/>
            </p:nvSpPr>
            <p:spPr>
              <a:xfrm rot="16200000">
                <a:off x="2692286" y="-168191"/>
                <a:ext cx="211380" cy="547765"/>
              </a:xfrm>
              <a:prstGeom prst="rect">
                <a:avLst/>
              </a:prstGeom>
              <a:solidFill>
                <a:srgbClr val="EF6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" name="Rechthoek 33">
                <a:extLst>
                  <a:ext uri="{FF2B5EF4-FFF2-40B4-BE49-F238E27FC236}">
                    <a16:creationId xmlns:a16="http://schemas.microsoft.com/office/drawing/2014/main" id="{A3F1C66E-0988-F08B-6891-5B3CEE7B4D23}"/>
                  </a:ext>
                </a:extLst>
              </p:cNvPr>
              <p:cNvSpPr/>
              <p:nvPr/>
            </p:nvSpPr>
            <p:spPr>
              <a:xfrm rot="16200000">
                <a:off x="3323310" y="-168191"/>
                <a:ext cx="211380" cy="547765"/>
              </a:xfrm>
              <a:prstGeom prst="rect">
                <a:avLst/>
              </a:prstGeom>
              <a:solidFill>
                <a:srgbClr val="A5003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2" name="Rechthoek 34">
                <a:extLst>
                  <a:ext uri="{FF2B5EF4-FFF2-40B4-BE49-F238E27FC236}">
                    <a16:creationId xmlns:a16="http://schemas.microsoft.com/office/drawing/2014/main" id="{CECB7149-7397-4F1A-9988-31CC388F30A3}"/>
                  </a:ext>
                </a:extLst>
              </p:cNvPr>
              <p:cNvSpPr/>
              <p:nvPr/>
            </p:nvSpPr>
            <p:spPr>
              <a:xfrm rot="16200000">
                <a:off x="3954334" y="-168191"/>
                <a:ext cx="211380" cy="547765"/>
              </a:xfrm>
              <a:prstGeom prst="rect">
                <a:avLst/>
              </a:prstGeom>
              <a:solidFill>
                <a:srgbClr val="E03C3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3" name="Rechthoek 37">
                <a:extLst>
                  <a:ext uri="{FF2B5EF4-FFF2-40B4-BE49-F238E27FC236}">
                    <a16:creationId xmlns:a16="http://schemas.microsoft.com/office/drawing/2014/main" id="{12E5B67E-9451-EB66-CA14-C55DA04B2979}"/>
                  </a:ext>
                </a:extLst>
              </p:cNvPr>
              <p:cNvSpPr/>
              <p:nvPr/>
            </p:nvSpPr>
            <p:spPr>
              <a:xfrm rot="16200000">
                <a:off x="4585357" y="-168192"/>
                <a:ext cx="211380" cy="547765"/>
              </a:xfrm>
              <a:prstGeom prst="rect">
                <a:avLst/>
              </a:prstGeom>
              <a:solidFill>
                <a:srgbClr val="ED684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4" name="Rechthoek 38">
                <a:extLst>
                  <a:ext uri="{FF2B5EF4-FFF2-40B4-BE49-F238E27FC236}">
                    <a16:creationId xmlns:a16="http://schemas.microsoft.com/office/drawing/2014/main" id="{D53BE5A4-4F6E-F73A-9845-474C05C13CDA}"/>
                  </a:ext>
                </a:extLst>
              </p:cNvPr>
              <p:cNvSpPr/>
              <p:nvPr/>
            </p:nvSpPr>
            <p:spPr>
              <a:xfrm rot="16200000">
                <a:off x="5216380" y="-168192"/>
                <a:ext cx="211380" cy="547764"/>
              </a:xfrm>
              <a:prstGeom prst="rect">
                <a:avLst/>
              </a:prstGeom>
              <a:solidFill>
                <a:srgbClr val="FFB81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5" name="Rechthoek 39">
                <a:extLst>
                  <a:ext uri="{FF2B5EF4-FFF2-40B4-BE49-F238E27FC236}">
                    <a16:creationId xmlns:a16="http://schemas.microsoft.com/office/drawing/2014/main" id="{93657350-B9B4-CCAE-FD7B-7396D49059F9}"/>
                  </a:ext>
                </a:extLst>
              </p:cNvPr>
              <p:cNvSpPr/>
              <p:nvPr/>
            </p:nvSpPr>
            <p:spPr>
              <a:xfrm rot="16200000">
                <a:off x="5847403" y="-168193"/>
                <a:ext cx="211380" cy="547765"/>
              </a:xfrm>
              <a:prstGeom prst="rect">
                <a:avLst/>
              </a:prstGeom>
              <a:solidFill>
                <a:srgbClr val="6CC24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sp>
          <p:nvSpPr>
            <p:cNvPr id="5" name="Rechthoek 39">
              <a:extLst>
                <a:ext uri="{FF2B5EF4-FFF2-40B4-BE49-F238E27FC236}">
                  <a16:creationId xmlns:a16="http://schemas.microsoft.com/office/drawing/2014/main" id="{B25C5D61-CA3C-BBBC-335F-C9BEC78AA089}"/>
                </a:ext>
              </a:extLst>
            </p:cNvPr>
            <p:cNvSpPr/>
            <p:nvPr userDrawn="1"/>
          </p:nvSpPr>
          <p:spPr>
            <a:xfrm rot="16200000">
              <a:off x="9460936" y="-1454904"/>
              <a:ext cx="211382" cy="547765"/>
            </a:xfrm>
            <a:prstGeom prst="rect">
              <a:avLst/>
            </a:prstGeom>
            <a:solidFill>
              <a:srgbClr val="009B7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6" r:id="rId5"/>
    <p:sldLayoutId id="2147483675" r:id="rId6"/>
  </p:sldLayoutIdLst>
  <p:transition spd="med"/>
  <p:hf sldNum="0" hdr="0" ftr="0" dt="0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1244600" algn="l"/>
        </a:tabLst>
        <a:defRPr sz="3200" b="0" i="0" u="none" strike="noStrike" cap="none" spc="0" baseline="0">
          <a:solidFill>
            <a:schemeClr val="accent1"/>
          </a:solidFill>
          <a:uFillTx/>
          <a:latin typeface="Roboto Slab Regular Regular"/>
          <a:ea typeface="Roboto Slab Regular Regular"/>
          <a:cs typeface="Roboto Slab Regular Regular"/>
          <a:sym typeface="Roboto Slab Regular Regular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1244600" algn="l"/>
        </a:tabLst>
        <a:defRPr sz="3200" b="0" i="0" u="none" strike="noStrike" cap="none" spc="0" baseline="0">
          <a:solidFill>
            <a:schemeClr val="accent1"/>
          </a:solidFill>
          <a:uFillTx/>
          <a:latin typeface="Roboto Slab Regular Regular"/>
          <a:ea typeface="Roboto Slab Regular Regular"/>
          <a:cs typeface="Roboto Slab Regular Regular"/>
          <a:sym typeface="Roboto Slab Regular Regular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1244600" algn="l"/>
        </a:tabLst>
        <a:defRPr sz="3200" b="0" i="0" u="none" strike="noStrike" cap="none" spc="0" baseline="0">
          <a:solidFill>
            <a:schemeClr val="accent1"/>
          </a:solidFill>
          <a:uFillTx/>
          <a:latin typeface="Roboto Slab Regular Regular"/>
          <a:ea typeface="Roboto Slab Regular Regular"/>
          <a:cs typeface="Roboto Slab Regular Regular"/>
          <a:sym typeface="Roboto Slab Regular Regular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1244600" algn="l"/>
        </a:tabLst>
        <a:defRPr sz="3200" b="0" i="0" u="none" strike="noStrike" cap="none" spc="0" baseline="0">
          <a:solidFill>
            <a:schemeClr val="accent1"/>
          </a:solidFill>
          <a:uFillTx/>
          <a:latin typeface="Roboto Slab Regular Regular"/>
          <a:ea typeface="Roboto Slab Regular Regular"/>
          <a:cs typeface="Roboto Slab Regular Regular"/>
          <a:sym typeface="Roboto Slab Regular Regular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1244600" algn="l"/>
        </a:tabLst>
        <a:defRPr sz="3200" b="0" i="0" u="none" strike="noStrike" cap="none" spc="0" baseline="0">
          <a:solidFill>
            <a:schemeClr val="accent1"/>
          </a:solidFill>
          <a:uFillTx/>
          <a:latin typeface="Roboto Slab Regular Regular"/>
          <a:ea typeface="Roboto Slab Regular Regular"/>
          <a:cs typeface="Roboto Slab Regular Regular"/>
          <a:sym typeface="Roboto Slab Regular Regular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1244600" algn="l"/>
        </a:tabLst>
        <a:defRPr sz="3200" b="0" i="0" u="none" strike="noStrike" cap="none" spc="0" baseline="0">
          <a:solidFill>
            <a:schemeClr val="accent1"/>
          </a:solidFill>
          <a:uFillTx/>
          <a:latin typeface="Roboto Slab Regular Regular"/>
          <a:ea typeface="Roboto Slab Regular Regular"/>
          <a:cs typeface="Roboto Slab Regular Regular"/>
          <a:sym typeface="Roboto Slab Regular Regular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1244600" algn="l"/>
        </a:tabLst>
        <a:defRPr sz="3200" b="0" i="0" u="none" strike="noStrike" cap="none" spc="0" baseline="0">
          <a:solidFill>
            <a:schemeClr val="accent1"/>
          </a:solidFill>
          <a:uFillTx/>
          <a:latin typeface="Roboto Slab Regular Regular"/>
          <a:ea typeface="Roboto Slab Regular Regular"/>
          <a:cs typeface="Roboto Slab Regular Regular"/>
          <a:sym typeface="Roboto Slab Regular Regular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1244600" algn="l"/>
        </a:tabLst>
        <a:defRPr sz="3200" b="0" i="0" u="none" strike="noStrike" cap="none" spc="0" baseline="0">
          <a:solidFill>
            <a:schemeClr val="accent1"/>
          </a:solidFill>
          <a:uFillTx/>
          <a:latin typeface="Roboto Slab Regular Regular"/>
          <a:ea typeface="Roboto Slab Regular Regular"/>
          <a:cs typeface="Roboto Slab Regular Regular"/>
          <a:sym typeface="Roboto Slab Regular Regular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1244600" algn="l"/>
        </a:tabLst>
        <a:defRPr sz="3200" b="0" i="0" u="none" strike="noStrike" cap="none" spc="0" baseline="0">
          <a:solidFill>
            <a:schemeClr val="accent1"/>
          </a:solidFill>
          <a:uFillTx/>
          <a:latin typeface="Roboto Slab Regular Regular"/>
          <a:ea typeface="Roboto Slab Regular Regular"/>
          <a:cs typeface="Roboto Slab Regular Regular"/>
          <a:sym typeface="Roboto Slab Regular Regular"/>
        </a:defRPr>
      </a:lvl9pPr>
    </p:titleStyle>
    <p:bodyStyle>
      <a:lvl1pPr marL="263525" marR="0" indent="-263525" algn="l" defTabSz="719137" rtl="0" eaLnBrk="1" latinLnBrk="0" hangingPunct="1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Tx/>
        <a:buChar char="▪"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538162" marR="0" indent="-274638" algn="l" defTabSz="719137" rtl="0" eaLnBrk="1" latinLnBrk="0" hangingPunct="1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Tx/>
        <a:buChar char="▪"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719137" rtl="0" eaLnBrk="1" latinLnBrk="0" hangingPunct="1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Tx/>
        <a:buFont typeface="Wingdings"/>
        <a:buNone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719137" rtl="0" eaLnBrk="1" latinLnBrk="0" hangingPunct="1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Tx/>
        <a:buFont typeface="Wingdings"/>
        <a:buNone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63525" marR="0" indent="-263525" algn="l" defTabSz="719137" rtl="0" eaLnBrk="1" latinLnBrk="0" hangingPunct="1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Wingdings"/>
        <a:buAutoNum type="arabicPeriod"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538162" marR="0" indent="-276225" algn="l" defTabSz="719137" rtl="0" eaLnBrk="1" latinLnBrk="0" hangingPunct="1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Wingdings"/>
        <a:buAutoNum type="alphaLcPeriod"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538162" marR="0" indent="-276225" algn="l" defTabSz="719137" rtl="0" eaLnBrk="1" latinLnBrk="0" hangingPunct="1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Tx/>
        <a:buChar char="▪"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719137" rtl="0" eaLnBrk="1" latinLnBrk="0" hangingPunct="1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Tx/>
        <a:buFont typeface="Wingdings"/>
        <a:buNone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719137" rtl="0" eaLnBrk="1" latinLnBrk="0" hangingPunct="1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Tx/>
        <a:buFont typeface="Wingdings"/>
        <a:buNone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itbucket.org/" TargetMode="External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hyperlink" Target="https://gitlab.com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7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6.png"/><Relationship Id="rId7" Type="http://schemas.openxmlformats.org/officeDocument/2006/relationships/image" Target="../media/image3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7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authentication/connecting-to-github-with-ssh/generating-a-new-ssh-key-and-adding-it-to-the-ssh-agent?platform=mac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6.png"/><Relationship Id="rId7" Type="http://schemas.openxmlformats.org/officeDocument/2006/relationships/image" Target="../media/image3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7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1.pn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11" Type="http://schemas.openxmlformats.org/officeDocument/2006/relationships/image" Target="../media/image36.svg"/><Relationship Id="rId5" Type="http://schemas.openxmlformats.org/officeDocument/2006/relationships/image" Target="../media/image27.svg"/><Relationship Id="rId10" Type="http://schemas.openxmlformats.org/officeDocument/2006/relationships/image" Target="../media/image35.png"/><Relationship Id="rId4" Type="http://schemas.openxmlformats.org/officeDocument/2006/relationships/image" Target="../media/image26.png"/><Relationship Id="rId9" Type="http://schemas.openxmlformats.org/officeDocument/2006/relationships/image" Target="../media/image33.sv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swcarpentry.github.io/git-novice/instructor/05-history.html" TargetMode="Externa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swcarpentry.github.io/git-novice/instructor/06-ignore.html" TargetMode="Externa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swcarpentry.github.io/git-novice/instructor/07-github.html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2" name="Ondertitel 23"/>
          <p:cNvSpPr txBox="1">
            <a:spLocks noGrp="1"/>
          </p:cNvSpPr>
          <p:nvPr>
            <p:ph type="body" sz="quarter" idx="1"/>
          </p:nvPr>
        </p:nvSpPr>
        <p:spPr>
          <a:xfrm>
            <a:off x="698500" y="4653280"/>
            <a:ext cx="4737100" cy="110743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nl-NL" dirty="0"/>
              <a:t>Day 4 – Software Carpentries</a:t>
            </a:r>
          </a:p>
          <a:p>
            <a:r>
              <a:rPr lang="nl-NL" b="0" dirty="0"/>
              <a:t>Alexander Garzón</a:t>
            </a:r>
          </a:p>
        </p:txBody>
      </p:sp>
      <p:sp>
        <p:nvSpPr>
          <p:cNvPr id="3154" name="Tijdelijke aanduiding voor tekst 42"/>
          <p:cNvSpPr>
            <a:spLocks noGrp="1"/>
          </p:cNvSpPr>
          <p:nvPr>
            <p:ph type="body" idx="23"/>
          </p:nvPr>
        </p:nvSpPr>
        <p:spPr>
          <a:xfrm>
            <a:off x="698500" y="5601228"/>
            <a:ext cx="1454400" cy="72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25000" lnSpcReduction="20000"/>
          </a:bodyPr>
          <a:lstStyle/>
          <a:p>
            <a:r>
              <a:t>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20460BC-97D2-954B-4580-DCFA05BF8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7380" y="1390538"/>
            <a:ext cx="6533900" cy="27285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429C9-22C3-3B55-638F-D35A72035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of conduct</a:t>
            </a:r>
            <a:endParaRPr lang="en-1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06B16-2E4D-1C74-959F-8C598116F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000" b="0" i="0" dirty="0">
                <a:solidFill>
                  <a:srgbClr val="404040"/>
                </a:solidFill>
                <a:effectLst/>
                <a:highlight>
                  <a:srgbClr val="FCFCFC"/>
                </a:highlight>
                <a:latin typeface="Lato" panose="020F0502020204030203" pitchFamily="34" charset="0"/>
              </a:rPr>
              <a:t>In order to foster a positive and professional learning environment we encourage the following kinds of </a:t>
            </a:r>
            <a:r>
              <a:rPr lang="en-US" sz="2000" b="0" i="0" dirty="0" err="1">
                <a:solidFill>
                  <a:srgbClr val="404040"/>
                </a:solidFill>
                <a:effectLst/>
                <a:highlight>
                  <a:srgbClr val="FCFCFC"/>
                </a:highlight>
                <a:latin typeface="Lato" panose="020F0502020204030203" pitchFamily="34" charset="0"/>
              </a:rPr>
              <a:t>behaviours</a:t>
            </a:r>
            <a:r>
              <a:rPr lang="en-US" sz="2000" b="0" i="0" dirty="0">
                <a:solidFill>
                  <a:srgbClr val="404040"/>
                </a:solidFill>
                <a:effectLst/>
                <a:highlight>
                  <a:srgbClr val="FCFCFC"/>
                </a:highlight>
                <a:latin typeface="Lato" panose="020F0502020204030203" pitchFamily="34" charset="0"/>
              </a:rPr>
              <a:t> in all platforms and events:</a:t>
            </a:r>
          </a:p>
          <a:p>
            <a:pPr marL="0" indent="0" algn="l">
              <a:buNone/>
            </a:pPr>
            <a:endParaRPr lang="en-US" sz="2000" b="0" i="0" dirty="0">
              <a:solidFill>
                <a:srgbClr val="404040"/>
              </a:solidFill>
              <a:effectLst/>
              <a:highlight>
                <a:srgbClr val="FCFCFC"/>
              </a:highlight>
              <a:latin typeface="Lato" panose="020F050202020403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04040"/>
                </a:solidFill>
                <a:effectLst/>
                <a:highlight>
                  <a:srgbClr val="FCFCFC"/>
                </a:highlight>
                <a:latin typeface="Lato" panose="020F0502020204030203" pitchFamily="34" charset="0"/>
              </a:rPr>
              <a:t>Use welcoming and inclusive language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04040"/>
                </a:solidFill>
                <a:effectLst/>
                <a:highlight>
                  <a:srgbClr val="FCFCFC"/>
                </a:highlight>
                <a:latin typeface="Lato" panose="020F0502020204030203" pitchFamily="34" charset="0"/>
              </a:rPr>
              <a:t>Be respectful of different viewpoints and experiences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04040"/>
                </a:solidFill>
                <a:effectLst/>
                <a:highlight>
                  <a:srgbClr val="FCFCFC"/>
                </a:highlight>
                <a:latin typeface="Lato" panose="020F0502020204030203" pitchFamily="34" charset="0"/>
              </a:rPr>
              <a:t>Gracefully accept constructive criticism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04040"/>
                </a:solidFill>
                <a:effectLst/>
                <a:highlight>
                  <a:srgbClr val="FCFCFC"/>
                </a:highlight>
                <a:latin typeface="Lato" panose="020F0502020204030203" pitchFamily="34" charset="0"/>
              </a:rPr>
              <a:t>Focus on what is best for the community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04040"/>
                </a:solidFill>
                <a:effectLst/>
                <a:highlight>
                  <a:srgbClr val="FCFCFC"/>
                </a:highlight>
                <a:latin typeface="Lato" panose="020F0502020204030203" pitchFamily="34" charset="0"/>
              </a:rPr>
              <a:t>Show courtesy and respect towards other community members</a:t>
            </a:r>
          </a:p>
          <a:p>
            <a:pPr marL="0" indent="0" algn="l">
              <a:buNone/>
            </a:pPr>
            <a:endParaRPr lang="en-US" sz="2000" b="0" i="0" dirty="0">
              <a:solidFill>
                <a:srgbClr val="404040"/>
              </a:solidFill>
              <a:effectLst/>
              <a:highlight>
                <a:srgbClr val="FCFCFC"/>
              </a:highlight>
              <a:latin typeface="Lato" panose="020F0502020204030203" pitchFamily="34" charset="0"/>
            </a:endParaRPr>
          </a:p>
          <a:p>
            <a:pPr marL="0" indent="0" algn="l">
              <a:buNone/>
            </a:pPr>
            <a:r>
              <a:rPr lang="en-US" sz="2000" b="0" i="0" dirty="0">
                <a:solidFill>
                  <a:srgbClr val="404040"/>
                </a:solidFill>
                <a:effectLst/>
                <a:highlight>
                  <a:srgbClr val="FCFCFC"/>
                </a:highlight>
                <a:latin typeface="Lato" panose="020F0502020204030203" pitchFamily="34" charset="0"/>
              </a:rPr>
              <a:t>If you believe someone is violating the Code of Conduct, we ask that you report it.</a:t>
            </a:r>
          </a:p>
        </p:txBody>
      </p:sp>
    </p:spTree>
    <p:extLst>
      <p:ext uri="{BB962C8B-B14F-4D97-AF65-F5344CB8AC3E}">
        <p14:creationId xmlns:p14="http://schemas.microsoft.com/office/powerpoint/2010/main" val="8901186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21F05-D115-DFEE-668E-7715AC49F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Why</a:t>
            </a:r>
            <a:r>
              <a:rPr lang="nl-NL" dirty="0"/>
              <a:t> </a:t>
            </a:r>
            <a:r>
              <a:rPr lang="nl-NL" dirty="0" err="1"/>
              <a:t>version</a:t>
            </a:r>
            <a:r>
              <a:rPr lang="nl-NL" dirty="0"/>
              <a:t> control?</a:t>
            </a:r>
            <a:endParaRPr lang="en-1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06FF2-BD38-501A-647B-6AD4B8A4E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877" y="1425639"/>
            <a:ext cx="5834380" cy="4356464"/>
          </a:xfrm>
        </p:spPr>
        <p:txBody>
          <a:bodyPr/>
          <a:lstStyle/>
          <a:p>
            <a:r>
              <a:rPr lang="en-NL" dirty="0"/>
              <a:t>Who can relate with the following development of files?</a:t>
            </a:r>
          </a:p>
          <a:p>
            <a:pPr lvl="1"/>
            <a:r>
              <a:rPr lang="en-GB" dirty="0"/>
              <a:t>A</a:t>
            </a:r>
            <a:r>
              <a:rPr lang="en-NL" dirty="0"/>
              <a:t>ssignment.docx</a:t>
            </a:r>
          </a:p>
          <a:p>
            <a:pPr lvl="1"/>
            <a:r>
              <a:rPr lang="en-NL" dirty="0"/>
              <a:t>Assignment 2.docx</a:t>
            </a:r>
          </a:p>
          <a:p>
            <a:pPr lvl="1"/>
            <a:r>
              <a:rPr lang="en-NL" dirty="0"/>
              <a:t>Assignment 2 – Copy.docx</a:t>
            </a:r>
          </a:p>
          <a:p>
            <a:pPr lvl="1"/>
            <a:r>
              <a:rPr lang="en-NL" dirty="0"/>
              <a:t>Assignment Final.docx</a:t>
            </a:r>
          </a:p>
          <a:p>
            <a:pPr lvl="1"/>
            <a:r>
              <a:rPr lang="en-NL" dirty="0"/>
              <a:t>Assignment Final Final.docx</a:t>
            </a:r>
          </a:p>
          <a:p>
            <a:pPr lvl="1"/>
            <a:r>
              <a:rPr lang="en-NL" dirty="0"/>
              <a:t>Assignment FINAL.docx</a:t>
            </a:r>
          </a:p>
          <a:p>
            <a:endParaRPr lang="en-GB" dirty="0"/>
          </a:p>
          <a:p>
            <a:r>
              <a:rPr lang="en-NL" dirty="0"/>
              <a:t>Who has used a collaborative document (e.g.Google docs, Colab)?</a:t>
            </a:r>
          </a:p>
        </p:txBody>
      </p:sp>
      <p:pic>
        <p:nvPicPr>
          <p:cNvPr id="2050" name="Picture 2" descr="Comic: a PhD student sends &quot;FINAL.doc&quot; to their supervisor, but after several increasingly intense and frustrating rounds of comments and revisions they end up with a file named &quot;FINAL_rev.22.comments49.corrections.10.#@$%WHYDIDCOMETOGRADSCHOOL????.doc&quot;">
            <a:extLst>
              <a:ext uri="{FF2B5EF4-FFF2-40B4-BE49-F238E27FC236}">
                <a16:creationId xmlns:a16="http://schemas.microsoft.com/office/drawing/2014/main" id="{7E91715F-54BF-0E20-D55F-4DF8959CB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0"/>
            <a:ext cx="5143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965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13569-ADA1-02A8-C538-CFA1D3DCB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Changes</a:t>
            </a:r>
            <a:endParaRPr lang="en-1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99B3E-57A9-0D39-C4A5-69E27A0B24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4" name="AutoShape 2" descr="Changes Are Saved Sequentially">
            <a:extLst>
              <a:ext uri="{FF2B5EF4-FFF2-40B4-BE49-F238E27FC236}">
                <a16:creationId xmlns:a16="http://schemas.microsoft.com/office/drawing/2014/main" id="{985C4324-40CF-555E-C8D3-0C03C780CC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15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BE16E13-8565-594B-777A-7612C4ED0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636" y="1526392"/>
            <a:ext cx="11879227" cy="380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971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67E3F-B26E-2770-1685-06B58A28F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Versions and </a:t>
            </a:r>
            <a:r>
              <a:rPr lang="nl-NL" dirty="0" err="1"/>
              <a:t>collaboration</a:t>
            </a:r>
            <a:endParaRPr lang="en-1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6F129-ADA9-ECB6-8B89-A7D445987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6101E79-6BFC-F640-AD9F-01100A363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8305" y="1437637"/>
            <a:ext cx="5155933" cy="4753126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698E27A-2365-5732-76E1-D087F68180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02935" y="1178734"/>
            <a:ext cx="5374742" cy="515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175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E6DC6-44E2-5105-4127-EE93C0C4B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What</a:t>
            </a:r>
            <a:r>
              <a:rPr lang="nl-NL" dirty="0"/>
              <a:t> is Git?</a:t>
            </a:r>
            <a:endParaRPr lang="en-1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D99E0-E23E-2BD4-662A-9246892F9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0249" y="1591900"/>
            <a:ext cx="6508346" cy="4356464"/>
          </a:xfrm>
        </p:spPr>
        <p:txBody>
          <a:bodyPr>
            <a:normAutofit/>
          </a:bodyPr>
          <a:lstStyle/>
          <a:p>
            <a:r>
              <a:rPr lang="en-US" sz="1800" dirty="0"/>
              <a:t>Git is the </a:t>
            </a:r>
            <a:r>
              <a:rPr lang="en-US" sz="1800" b="1" dirty="0"/>
              <a:t>most used version control system</a:t>
            </a:r>
            <a:r>
              <a:rPr lang="en-US" sz="1800" dirty="0"/>
              <a:t>. </a:t>
            </a:r>
          </a:p>
          <a:p>
            <a:pPr lvl="1"/>
            <a:r>
              <a:rPr lang="en-US" sz="1800" dirty="0"/>
              <a:t>More than 90% of software projects around the world use Git.</a:t>
            </a:r>
          </a:p>
          <a:p>
            <a:r>
              <a:rPr lang="en-US" sz="1800" dirty="0"/>
              <a:t>It is </a:t>
            </a:r>
            <a:r>
              <a:rPr lang="en-US" sz="1800" b="1" dirty="0"/>
              <a:t>free, open source, fast and scalable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r>
              <a:rPr lang="en-US" sz="1800" dirty="0"/>
              <a:t>It was created in 2005 by Linus Torvalds</a:t>
            </a:r>
          </a:p>
          <a:p>
            <a:pPr lvl="1"/>
            <a:r>
              <a:rPr lang="en-US" sz="1800" dirty="0"/>
              <a:t>The same creator of Linux OS.</a:t>
            </a:r>
          </a:p>
          <a:p>
            <a:pPr lvl="1"/>
            <a:endParaRPr lang="en-US" sz="1800" dirty="0"/>
          </a:p>
          <a:p>
            <a:r>
              <a:rPr lang="en-US" sz="1800" dirty="0"/>
              <a:t>It keeps track of the entire </a:t>
            </a:r>
            <a:r>
              <a:rPr lang="en-US" sz="1800" b="1" dirty="0"/>
              <a:t>history</a:t>
            </a:r>
            <a:r>
              <a:rPr lang="en-US" sz="1800" dirty="0"/>
              <a:t> of a project and allows </a:t>
            </a:r>
            <a:r>
              <a:rPr lang="en-US" sz="1800" b="1" dirty="0"/>
              <a:t>collaboration</a:t>
            </a:r>
            <a:r>
              <a:rPr lang="en-US" sz="1800" dirty="0"/>
              <a:t> of any size.</a:t>
            </a:r>
          </a:p>
          <a:p>
            <a:pPr lvl="1"/>
            <a:r>
              <a:rPr lang="en-US" sz="1800" dirty="0"/>
              <a:t>Git + GitHub(Gitlab)</a:t>
            </a:r>
          </a:p>
        </p:txBody>
      </p:sp>
      <p:pic>
        <p:nvPicPr>
          <p:cNvPr id="5" name="Picture 4" descr="A close up of a logo">
            <a:extLst>
              <a:ext uri="{FF2B5EF4-FFF2-40B4-BE49-F238E27FC236}">
                <a16:creationId xmlns:a16="http://schemas.microsoft.com/office/drawing/2014/main" id="{4B555DEC-79F7-2431-68C1-4E23CADF1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728" y="2514122"/>
            <a:ext cx="3895023" cy="162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11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338FB-89F9-F80D-67C2-D7B7B9F7E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What is GitHub?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8AA26-0E94-4222-CB72-3F1B57479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8500" y="1177566"/>
            <a:ext cx="6276458" cy="4716464"/>
          </a:xfrm>
        </p:spPr>
        <p:txBody>
          <a:bodyPr>
            <a:normAutofit fontScale="85000" lnSpcReduction="20000"/>
          </a:bodyPr>
          <a:lstStyle/>
          <a:p>
            <a:endParaRPr lang="en-US" sz="2400" dirty="0"/>
          </a:p>
          <a:p>
            <a:r>
              <a:rPr lang="en-US" sz="2400" dirty="0"/>
              <a:t>Developer </a:t>
            </a:r>
            <a:r>
              <a:rPr lang="en-US" sz="2400" b="1" dirty="0"/>
              <a:t>platform </a:t>
            </a:r>
          </a:p>
          <a:p>
            <a:pPr lvl="2"/>
            <a:r>
              <a:rPr lang="en-GB" sz="2400" dirty="0"/>
              <a:t>		</a:t>
            </a:r>
            <a:r>
              <a:rPr lang="en-GB" sz="2400" dirty="0">
                <a:hlinkClick r:id="rId2"/>
              </a:rPr>
              <a:t>https://github.com</a:t>
            </a:r>
            <a:endParaRPr lang="en-GB" sz="2400" dirty="0"/>
          </a:p>
          <a:p>
            <a:endParaRPr lang="en-US" sz="2400" dirty="0"/>
          </a:p>
          <a:p>
            <a:r>
              <a:rPr lang="en-US" sz="2400" dirty="0"/>
              <a:t>It allows developers to </a:t>
            </a:r>
          </a:p>
          <a:p>
            <a:pPr lvl="1"/>
            <a:r>
              <a:rPr lang="en-US" sz="2400" dirty="0"/>
              <a:t>create, </a:t>
            </a:r>
          </a:p>
          <a:p>
            <a:pPr lvl="1"/>
            <a:r>
              <a:rPr lang="en-US" sz="2400" dirty="0"/>
              <a:t>store,</a:t>
            </a:r>
          </a:p>
          <a:p>
            <a:pPr lvl="1"/>
            <a:r>
              <a:rPr lang="en-US" sz="2400" dirty="0"/>
              <a:t>manage and </a:t>
            </a:r>
          </a:p>
          <a:p>
            <a:pPr lvl="1"/>
            <a:r>
              <a:rPr lang="en-US" sz="2400" dirty="0"/>
              <a:t>share their code.</a:t>
            </a:r>
          </a:p>
          <a:p>
            <a:pPr lvl="3"/>
            <a:endParaRPr lang="en-US" sz="2400" dirty="0"/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US" sz="2400" dirty="0"/>
              <a:t>Here, we store our project histories. 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US" sz="2400" dirty="0"/>
              <a:t>Other alternatives are </a:t>
            </a:r>
            <a:r>
              <a:rPr lang="en-US" sz="2400" dirty="0">
                <a:hlinkClick r:id="rId3"/>
              </a:rPr>
              <a:t>Bitbucket</a:t>
            </a:r>
            <a:r>
              <a:rPr lang="en-US" sz="2400" dirty="0"/>
              <a:t> or </a:t>
            </a:r>
            <a:r>
              <a:rPr lang="en-US" sz="2400" dirty="0">
                <a:hlinkClick r:id="rId4"/>
              </a:rPr>
              <a:t>GitLab</a:t>
            </a:r>
            <a:r>
              <a:rPr lang="en-US" sz="2400" dirty="0"/>
              <a:t> </a:t>
            </a: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C59AD2B-5ED3-DF67-F3A4-7ECDD20AE76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99" r="18551"/>
          <a:stretch/>
        </p:blipFill>
        <p:spPr>
          <a:xfrm>
            <a:off x="7305607" y="1670670"/>
            <a:ext cx="4167964" cy="373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19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AB738-8473-FBDE-D118-C0BD27258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Today’s agenda</a:t>
            </a:r>
            <a:endParaRPr lang="en-1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61DAD-D74D-90FE-61AE-A90611AA5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1" y="1770015"/>
            <a:ext cx="3035361" cy="79101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sz="3200" dirty="0"/>
              <a:t>1. Local set up and basics</a:t>
            </a:r>
            <a:endParaRPr lang="en-150" sz="3200" dirty="0"/>
          </a:p>
        </p:txBody>
      </p:sp>
      <p:pic>
        <p:nvPicPr>
          <p:cNvPr id="5" name="Graphic 4" descr="User outline">
            <a:extLst>
              <a:ext uri="{FF2B5EF4-FFF2-40B4-BE49-F238E27FC236}">
                <a16:creationId xmlns:a16="http://schemas.microsoft.com/office/drawing/2014/main" id="{F8F78384-850E-3696-5215-7DE8E56626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969" y="4300037"/>
            <a:ext cx="1600200" cy="1600200"/>
          </a:xfrm>
          <a:prstGeom prst="rect">
            <a:avLst/>
          </a:prstGeom>
        </p:spPr>
      </p:pic>
      <p:pic>
        <p:nvPicPr>
          <p:cNvPr id="7" name="Graphic 6" descr="Users outline">
            <a:extLst>
              <a:ext uri="{FF2B5EF4-FFF2-40B4-BE49-F238E27FC236}">
                <a16:creationId xmlns:a16="http://schemas.microsoft.com/office/drawing/2014/main" id="{A49B0AEA-2C72-D472-3488-8F31AFA4C0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06633" y="4117682"/>
            <a:ext cx="2301100" cy="2301100"/>
          </a:xfrm>
          <a:prstGeom prst="rect">
            <a:avLst/>
          </a:prstGeom>
        </p:spPr>
      </p:pic>
      <p:pic>
        <p:nvPicPr>
          <p:cNvPr id="9" name="Graphic 8" descr="Dance outline">
            <a:extLst>
              <a:ext uri="{FF2B5EF4-FFF2-40B4-BE49-F238E27FC236}">
                <a16:creationId xmlns:a16="http://schemas.microsoft.com/office/drawing/2014/main" id="{6A947EC5-880F-3629-004C-CF956BAA8E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13412" y="3947004"/>
            <a:ext cx="2206799" cy="2206799"/>
          </a:xfrm>
          <a:prstGeom prst="rect">
            <a:avLst/>
          </a:prstGeom>
        </p:spPr>
      </p:pic>
      <p:pic>
        <p:nvPicPr>
          <p:cNvPr id="11" name="Picture 10" descr="A logo of a cat&#10;&#10;Description automatically generated">
            <a:extLst>
              <a:ext uri="{FF2B5EF4-FFF2-40B4-BE49-F238E27FC236}">
                <a16:creationId xmlns:a16="http://schemas.microsoft.com/office/drawing/2014/main" id="{6761C084-9D58-FBE3-2C6B-7FFE661B6F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879" y="2773264"/>
            <a:ext cx="2857500" cy="1600200"/>
          </a:xfrm>
          <a:prstGeom prst="rect">
            <a:avLst/>
          </a:prstGeom>
        </p:spPr>
      </p:pic>
      <p:pic>
        <p:nvPicPr>
          <p:cNvPr id="12" name="Picture 11" descr="A close up of a logo">
            <a:extLst>
              <a:ext uri="{FF2B5EF4-FFF2-40B4-BE49-F238E27FC236}">
                <a16:creationId xmlns:a16="http://schemas.microsoft.com/office/drawing/2014/main" id="{D1C46FF3-29F5-FFF6-2456-DAB7386AFC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86" y="3197757"/>
            <a:ext cx="2000686" cy="835451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C2FD921-289D-EA28-B447-1C01E89C7963}"/>
              </a:ext>
            </a:extLst>
          </p:cNvPr>
          <p:cNvSpPr txBox="1">
            <a:spLocks/>
          </p:cNvSpPr>
          <p:nvPr/>
        </p:nvSpPr>
        <p:spPr>
          <a:xfrm>
            <a:off x="6732654" y="1810007"/>
            <a:ext cx="3408818" cy="653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en-GB" sz="3200" dirty="0"/>
              <a:t>3. Collaboration</a:t>
            </a:r>
            <a:endParaRPr lang="en-150" sz="32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6412F06-8E51-474E-3130-EEEF5B6F57E4}"/>
              </a:ext>
            </a:extLst>
          </p:cNvPr>
          <p:cNvCxnSpPr>
            <a:cxnSpLocks/>
          </p:cNvCxnSpPr>
          <p:nvPr/>
        </p:nvCxnSpPr>
        <p:spPr>
          <a:xfrm flipH="1">
            <a:off x="2878653" y="1381669"/>
            <a:ext cx="572647" cy="1391595"/>
          </a:xfrm>
          <a:prstGeom prst="line">
            <a:avLst/>
          </a:prstGeom>
          <a:noFill/>
          <a:ln w="57150" cap="flat">
            <a:solidFill>
              <a:srgbClr val="FF6086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134D0FF-28CD-B395-C1F0-3DE3A7195F54}"/>
              </a:ext>
            </a:extLst>
          </p:cNvPr>
          <p:cNvCxnSpPr>
            <a:cxnSpLocks/>
          </p:cNvCxnSpPr>
          <p:nvPr/>
        </p:nvCxnSpPr>
        <p:spPr>
          <a:xfrm flipH="1">
            <a:off x="9564039" y="1269202"/>
            <a:ext cx="498747" cy="1471116"/>
          </a:xfrm>
          <a:prstGeom prst="line">
            <a:avLst/>
          </a:prstGeom>
          <a:noFill/>
          <a:ln w="57150" cap="flat">
            <a:solidFill>
              <a:srgbClr val="FF6086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591E6D0-6DD9-CBB9-F8EF-E2E2693D16FB}"/>
              </a:ext>
            </a:extLst>
          </p:cNvPr>
          <p:cNvCxnSpPr>
            <a:cxnSpLocks/>
          </p:cNvCxnSpPr>
          <p:nvPr/>
        </p:nvCxnSpPr>
        <p:spPr>
          <a:xfrm flipH="1">
            <a:off x="6233986" y="1348723"/>
            <a:ext cx="572647" cy="1391595"/>
          </a:xfrm>
          <a:prstGeom prst="line">
            <a:avLst/>
          </a:prstGeom>
          <a:noFill/>
          <a:ln w="57150" cap="flat">
            <a:solidFill>
              <a:srgbClr val="FF6086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26" name="Graphic 25" descr="User outline">
            <a:extLst>
              <a:ext uri="{FF2B5EF4-FFF2-40B4-BE49-F238E27FC236}">
                <a16:creationId xmlns:a16="http://schemas.microsoft.com/office/drawing/2014/main" id="{47F3A060-B292-6E12-25A3-CD68B2643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0836" y="4352241"/>
            <a:ext cx="1600200" cy="1600200"/>
          </a:xfrm>
          <a:prstGeom prst="rect">
            <a:avLst/>
          </a:prstGeom>
        </p:spPr>
      </p:pic>
      <p:pic>
        <p:nvPicPr>
          <p:cNvPr id="27" name="Picture 26" descr="A close up of a logo">
            <a:extLst>
              <a:ext uri="{FF2B5EF4-FFF2-40B4-BE49-F238E27FC236}">
                <a16:creationId xmlns:a16="http://schemas.microsoft.com/office/drawing/2014/main" id="{F4CF5827-DBE0-5273-D5F1-AA8E0E596B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593" y="3155639"/>
            <a:ext cx="2000686" cy="835451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3F3FC3A9-0E4B-74E4-C4CF-7DF3FFB6D3F6}"/>
              </a:ext>
            </a:extLst>
          </p:cNvPr>
          <p:cNvSpPr txBox="1">
            <a:spLocks/>
          </p:cNvSpPr>
          <p:nvPr/>
        </p:nvSpPr>
        <p:spPr>
          <a:xfrm>
            <a:off x="3287973" y="1749901"/>
            <a:ext cx="3035361" cy="791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Tx/>
              <a:buNone/>
            </a:pPr>
            <a:r>
              <a:rPr lang="en-GB" sz="3200" dirty="0"/>
              <a:t>2. Basics and remote set up</a:t>
            </a:r>
            <a:endParaRPr lang="en-150" sz="3200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437462C0-437D-C27B-7368-26D609936684}"/>
              </a:ext>
            </a:extLst>
          </p:cNvPr>
          <p:cNvSpPr txBox="1">
            <a:spLocks/>
          </p:cNvSpPr>
          <p:nvPr/>
        </p:nvSpPr>
        <p:spPr>
          <a:xfrm>
            <a:off x="9945754" y="1810006"/>
            <a:ext cx="3408818" cy="653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en-GB" sz="3200" dirty="0"/>
              <a:t>Celebration!</a:t>
            </a:r>
            <a:endParaRPr lang="en-150" sz="3200" dirty="0"/>
          </a:p>
        </p:txBody>
      </p:sp>
    </p:spTree>
    <p:extLst>
      <p:ext uri="{BB962C8B-B14F-4D97-AF65-F5344CB8AC3E}">
        <p14:creationId xmlns:p14="http://schemas.microsoft.com/office/powerpoint/2010/main" val="755658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14" grpId="0" animBg="1"/>
      <p:bldP spid="28" grpId="0" animBg="1"/>
      <p:bldP spid="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8" name="Vertical Text Placeholder 18"/>
          <p:cNvSpPr txBox="1">
            <a:spLocks noGrp="1"/>
          </p:cNvSpPr>
          <p:nvPr>
            <p:ph type="body" idx="1"/>
          </p:nvPr>
        </p:nvSpPr>
        <p:spPr>
          <a:xfrm>
            <a:off x="698498" y="718513"/>
            <a:ext cx="10798176" cy="5229851"/>
          </a:xfrm>
          <a:prstGeom prst="rect">
            <a:avLst/>
          </a:prstGeom>
        </p:spPr>
        <p:txBody>
          <a:bodyPr/>
          <a:lstStyle/>
          <a:p>
            <a:r>
              <a:rPr lang="en-GB" sz="4400" b="0" i="0" u="none" strike="noStrike" dirty="0">
                <a:solidFill>
                  <a:srgbClr val="383838"/>
                </a:solidFill>
                <a:effectLst/>
                <a:highlight>
                  <a:srgbClr val="FFFFFF"/>
                </a:highlight>
                <a:latin typeface="Mulish"/>
              </a:rPr>
              <a:t>“Version control might be the most important topic we teach, but Git is definitely the most complicated too</a:t>
            </a:r>
            <a:r>
              <a:rPr lang="en-NL" sz="4400" b="0" i="0" u="none" strike="noStrike" dirty="0">
                <a:solidFill>
                  <a:srgbClr val="383838"/>
                </a:solidFill>
                <a:effectLst/>
                <a:highlight>
                  <a:srgbClr val="FFFFFF"/>
                </a:highlight>
                <a:latin typeface="Mulish"/>
              </a:rPr>
              <a:t>l”</a:t>
            </a:r>
          </a:p>
        </p:txBody>
      </p:sp>
    </p:spTree>
    <p:extLst>
      <p:ext uri="{BB962C8B-B14F-4D97-AF65-F5344CB8AC3E}">
        <p14:creationId xmlns:p14="http://schemas.microsoft.com/office/powerpoint/2010/main" val="3382877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344B0-30A1-8B94-8842-350BE1A81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243297"/>
            <a:ext cx="10775071" cy="490401"/>
          </a:xfrm>
        </p:spPr>
        <p:txBody>
          <a:bodyPr/>
          <a:lstStyle/>
          <a:p>
            <a:r>
              <a:rPr lang="nl-NL" dirty="0"/>
              <a:t>Jargon alert!</a:t>
            </a:r>
            <a:endParaRPr lang="en-1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1FCC7-EAF2-36FA-60F9-5704DA742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1608" y="990165"/>
            <a:ext cx="2099879" cy="9613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l-NL" sz="2400" dirty="0" err="1"/>
              <a:t>commit</a:t>
            </a:r>
            <a:endParaRPr lang="en-150" sz="240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4EEFE56-3184-26FE-78BE-DE426E101E3D}"/>
              </a:ext>
            </a:extLst>
          </p:cNvPr>
          <p:cNvSpPr txBox="1">
            <a:spLocks/>
          </p:cNvSpPr>
          <p:nvPr/>
        </p:nvSpPr>
        <p:spPr>
          <a:xfrm>
            <a:off x="3661405" y="5219277"/>
            <a:ext cx="1232537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add</a:t>
            </a:r>
            <a:endParaRPr lang="en-150" sz="2400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2F96364-5083-1B45-7A3B-21E392B96855}"/>
              </a:ext>
            </a:extLst>
          </p:cNvPr>
          <p:cNvSpPr txBox="1">
            <a:spLocks/>
          </p:cNvSpPr>
          <p:nvPr/>
        </p:nvSpPr>
        <p:spPr>
          <a:xfrm>
            <a:off x="2577607" y="1800332"/>
            <a:ext cx="1232537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init</a:t>
            </a:r>
            <a:endParaRPr lang="en-150" sz="24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270A266-7778-2BD9-893F-745D056EB59F}"/>
              </a:ext>
            </a:extLst>
          </p:cNvPr>
          <p:cNvSpPr txBox="1">
            <a:spLocks/>
          </p:cNvSpPr>
          <p:nvPr/>
        </p:nvSpPr>
        <p:spPr>
          <a:xfrm>
            <a:off x="9047798" y="3169400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branch</a:t>
            </a:r>
            <a:endParaRPr lang="en-150" sz="240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833792B-1182-B278-C383-290A1A3E74B3}"/>
              </a:ext>
            </a:extLst>
          </p:cNvPr>
          <p:cNvSpPr txBox="1">
            <a:spLocks/>
          </p:cNvSpPr>
          <p:nvPr/>
        </p:nvSpPr>
        <p:spPr>
          <a:xfrm>
            <a:off x="9250123" y="1064192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/>
              <a:t>HEAD</a:t>
            </a:r>
            <a:endParaRPr lang="en-150" sz="2400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80756E7-614E-28E1-206D-EEE8D3041313}"/>
              </a:ext>
            </a:extLst>
          </p:cNvPr>
          <p:cNvSpPr txBox="1">
            <a:spLocks/>
          </p:cNvSpPr>
          <p:nvPr/>
        </p:nvSpPr>
        <p:spPr>
          <a:xfrm>
            <a:off x="5220227" y="4130174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/>
              <a:t>stash</a:t>
            </a:r>
            <a:endParaRPr lang="en-150" sz="24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6253988-091E-8E32-9C14-3D3955B0B91A}"/>
              </a:ext>
            </a:extLst>
          </p:cNvPr>
          <p:cNvSpPr txBox="1">
            <a:spLocks/>
          </p:cNvSpPr>
          <p:nvPr/>
        </p:nvSpPr>
        <p:spPr>
          <a:xfrm>
            <a:off x="3933624" y="1148388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config</a:t>
            </a:r>
            <a:endParaRPr lang="en-150" sz="24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04626D7-3140-6F28-C882-86C5B3D2451A}"/>
              </a:ext>
            </a:extLst>
          </p:cNvPr>
          <p:cNvSpPr txBox="1">
            <a:spLocks/>
          </p:cNvSpPr>
          <p:nvPr/>
        </p:nvSpPr>
        <p:spPr>
          <a:xfrm>
            <a:off x="7280054" y="2596878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/>
              <a:t>push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C2AE7D7-02DB-9E5E-24E7-33C1D1F87835}"/>
              </a:ext>
            </a:extLst>
          </p:cNvPr>
          <p:cNvSpPr txBox="1">
            <a:spLocks/>
          </p:cNvSpPr>
          <p:nvPr/>
        </p:nvSpPr>
        <p:spPr>
          <a:xfrm>
            <a:off x="5587453" y="602129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/>
              <a:t>pull</a:t>
            </a:r>
            <a:endParaRPr lang="en-150" sz="24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4FFE053-EF59-DCBA-C11E-E449346B1DB3}"/>
              </a:ext>
            </a:extLst>
          </p:cNvPr>
          <p:cNvSpPr txBox="1">
            <a:spLocks/>
          </p:cNvSpPr>
          <p:nvPr/>
        </p:nvSpPr>
        <p:spPr>
          <a:xfrm>
            <a:off x="4974311" y="2074916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fetch</a:t>
            </a:r>
            <a:endParaRPr lang="en-150" sz="2400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CD9785D-DF4D-8C5E-1A90-5BF562FE557B}"/>
              </a:ext>
            </a:extLst>
          </p:cNvPr>
          <p:cNvSpPr txBox="1">
            <a:spLocks/>
          </p:cNvSpPr>
          <p:nvPr/>
        </p:nvSpPr>
        <p:spPr>
          <a:xfrm>
            <a:off x="10137325" y="2002084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merge</a:t>
            </a:r>
            <a:endParaRPr lang="en-150" sz="24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83942AB-2F85-C861-9A8D-B1D74A673763}"/>
              </a:ext>
            </a:extLst>
          </p:cNvPr>
          <p:cNvSpPr txBox="1">
            <a:spLocks/>
          </p:cNvSpPr>
          <p:nvPr/>
        </p:nvSpPr>
        <p:spPr>
          <a:xfrm>
            <a:off x="552355" y="2854265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/>
              <a:t>conflict</a:t>
            </a:r>
            <a:endParaRPr lang="en-150" sz="240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737A874-8896-2FEE-D924-6CE2C7A1600F}"/>
              </a:ext>
            </a:extLst>
          </p:cNvPr>
          <p:cNvSpPr txBox="1">
            <a:spLocks/>
          </p:cNvSpPr>
          <p:nvPr/>
        </p:nvSpPr>
        <p:spPr>
          <a:xfrm>
            <a:off x="10135050" y="4768066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revert</a:t>
            </a:r>
            <a:endParaRPr lang="en-150" sz="2400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ED591C2-3730-ABF8-ECAE-F666FEF59708}"/>
              </a:ext>
            </a:extLst>
          </p:cNvPr>
          <p:cNvSpPr txBox="1">
            <a:spLocks/>
          </p:cNvSpPr>
          <p:nvPr/>
        </p:nvSpPr>
        <p:spPr>
          <a:xfrm>
            <a:off x="2600941" y="2854266"/>
            <a:ext cx="2522136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ammend</a:t>
            </a:r>
            <a:endParaRPr lang="en-150" sz="2400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A4EA15B-F411-E2D0-ADBC-73BA4EF1FFDF}"/>
              </a:ext>
            </a:extLst>
          </p:cNvPr>
          <p:cNvSpPr txBox="1">
            <a:spLocks/>
          </p:cNvSpPr>
          <p:nvPr/>
        </p:nvSpPr>
        <p:spPr>
          <a:xfrm>
            <a:off x="7261739" y="1602408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cherry-pick</a:t>
            </a:r>
            <a:endParaRPr lang="en-150" sz="2400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A45C745-B10B-CB8D-9E38-30C46C89E24B}"/>
              </a:ext>
            </a:extLst>
          </p:cNvPr>
          <p:cNvSpPr txBox="1">
            <a:spLocks/>
          </p:cNvSpPr>
          <p:nvPr/>
        </p:nvSpPr>
        <p:spPr>
          <a:xfrm>
            <a:off x="5348420" y="2991397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hash</a:t>
            </a:r>
            <a:endParaRPr lang="en-150" sz="2400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C230AB1-55D9-EE53-42F9-0B5C1ABFE7B0}"/>
              </a:ext>
            </a:extLst>
          </p:cNvPr>
          <p:cNvSpPr txBox="1">
            <a:spLocks/>
          </p:cNvSpPr>
          <p:nvPr/>
        </p:nvSpPr>
        <p:spPr>
          <a:xfrm>
            <a:off x="5698998" y="5486076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checkout</a:t>
            </a:r>
            <a:endParaRPr lang="en-150" sz="2400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CA8BF47-36D1-1CFD-1B34-3F8EAB7F6DE9}"/>
              </a:ext>
            </a:extLst>
          </p:cNvPr>
          <p:cNvSpPr txBox="1">
            <a:spLocks/>
          </p:cNvSpPr>
          <p:nvPr/>
        </p:nvSpPr>
        <p:spPr>
          <a:xfrm>
            <a:off x="6910606" y="3853667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clone</a:t>
            </a:r>
            <a:endParaRPr lang="en-150" sz="2400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9654FC2-E25C-7CE6-F9C7-720BF0CB90B2}"/>
              </a:ext>
            </a:extLst>
          </p:cNvPr>
          <p:cNvSpPr txBox="1">
            <a:spLocks/>
          </p:cNvSpPr>
          <p:nvPr/>
        </p:nvSpPr>
        <p:spPr>
          <a:xfrm>
            <a:off x="1624653" y="4194034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/>
              <a:t>git</a:t>
            </a:r>
            <a:endParaRPr lang="en-150" sz="2400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45C560CF-CB78-0007-6AC8-DF1954D9A34E}"/>
              </a:ext>
            </a:extLst>
          </p:cNvPr>
          <p:cNvSpPr txBox="1">
            <a:spLocks/>
          </p:cNvSpPr>
          <p:nvPr/>
        </p:nvSpPr>
        <p:spPr>
          <a:xfrm>
            <a:off x="10329735" y="3815648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/>
              <a:t>GitHub</a:t>
            </a:r>
            <a:endParaRPr lang="en-150" sz="2400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D89676A-B0B3-C26F-79A6-5DD8179E9A93}"/>
              </a:ext>
            </a:extLst>
          </p:cNvPr>
          <p:cNvSpPr txBox="1">
            <a:spLocks/>
          </p:cNvSpPr>
          <p:nvPr/>
        </p:nvSpPr>
        <p:spPr>
          <a:xfrm>
            <a:off x="8380217" y="4235512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/>
              <a:t>log</a:t>
            </a:r>
            <a:endParaRPr lang="en-150" sz="2400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5F4760B-E8AB-74B8-883C-ED9C313E37A7}"/>
              </a:ext>
            </a:extLst>
          </p:cNvPr>
          <p:cNvSpPr txBox="1">
            <a:spLocks/>
          </p:cNvSpPr>
          <p:nvPr/>
        </p:nvSpPr>
        <p:spPr>
          <a:xfrm>
            <a:off x="760879" y="5370493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diff</a:t>
            </a:r>
            <a:endParaRPr lang="en-150" sz="240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1C0E6DE-3191-B024-A228-179C83DC78BA}"/>
              </a:ext>
            </a:extLst>
          </p:cNvPr>
          <p:cNvSpPr txBox="1">
            <a:spLocks/>
          </p:cNvSpPr>
          <p:nvPr/>
        </p:nvSpPr>
        <p:spPr>
          <a:xfrm>
            <a:off x="8134301" y="5174072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/>
              <a:t>show</a:t>
            </a:r>
            <a:endParaRPr lang="en-150" sz="2400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997CC975-2264-E9DD-5A4D-80F93E176C5A}"/>
              </a:ext>
            </a:extLst>
          </p:cNvPr>
          <p:cNvSpPr txBox="1">
            <a:spLocks/>
          </p:cNvSpPr>
          <p:nvPr/>
        </p:nvSpPr>
        <p:spPr>
          <a:xfrm>
            <a:off x="3568295" y="4008640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/>
              <a:t>reset</a:t>
            </a:r>
            <a:endParaRPr lang="en-150" sz="2400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56CF6C1-2BBE-2BF8-4282-9507322041C0}"/>
              </a:ext>
            </a:extLst>
          </p:cNvPr>
          <p:cNvSpPr txBox="1">
            <a:spLocks/>
          </p:cNvSpPr>
          <p:nvPr/>
        </p:nvSpPr>
        <p:spPr>
          <a:xfrm>
            <a:off x="3862009" y="6180660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/>
              <a:t>remote</a:t>
            </a:r>
            <a:endParaRPr lang="en-150" sz="2400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B686D48-81A7-0F27-11F9-D2106010ABEA}"/>
              </a:ext>
            </a:extLst>
          </p:cNvPr>
          <p:cNvSpPr txBox="1">
            <a:spLocks/>
          </p:cNvSpPr>
          <p:nvPr/>
        </p:nvSpPr>
        <p:spPr>
          <a:xfrm>
            <a:off x="8213394" y="6134011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origin</a:t>
            </a:r>
            <a:endParaRPr lang="nl-NL" sz="2400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7C2E9F1-667B-C198-6A72-716C3D3720B0}"/>
              </a:ext>
            </a:extLst>
          </p:cNvPr>
          <p:cNvSpPr txBox="1">
            <a:spLocks/>
          </p:cNvSpPr>
          <p:nvPr/>
        </p:nvSpPr>
        <p:spPr>
          <a:xfrm>
            <a:off x="10235812" y="5751497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fork</a:t>
            </a:r>
            <a:endParaRPr lang="en-150" sz="2400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2CBA20B1-D323-CD18-72FE-7CF3D49967C7}"/>
              </a:ext>
            </a:extLst>
          </p:cNvPr>
          <p:cNvSpPr txBox="1">
            <a:spLocks/>
          </p:cNvSpPr>
          <p:nvPr/>
        </p:nvSpPr>
        <p:spPr>
          <a:xfrm>
            <a:off x="800200" y="1945123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repository</a:t>
            </a:r>
            <a:endParaRPr lang="en-150" sz="2400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05639900-F0A3-0D3A-8F93-7E1CF6A36AA1}"/>
              </a:ext>
            </a:extLst>
          </p:cNvPr>
          <p:cNvSpPr txBox="1">
            <a:spLocks/>
          </p:cNvSpPr>
          <p:nvPr/>
        </p:nvSpPr>
        <p:spPr>
          <a:xfrm>
            <a:off x="2356498" y="5053110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ssh</a:t>
            </a:r>
            <a:endParaRPr lang="en-150" sz="2400" dirty="0"/>
          </a:p>
        </p:txBody>
      </p:sp>
    </p:spTree>
    <p:extLst>
      <p:ext uri="{BB962C8B-B14F-4D97-AF65-F5344CB8AC3E}">
        <p14:creationId xmlns:p14="http://schemas.microsoft.com/office/powerpoint/2010/main" val="1689541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6A54800-3591-6410-40B7-A0D88AA08962}"/>
              </a:ext>
            </a:extLst>
          </p:cNvPr>
          <p:cNvSpPr/>
          <p:nvPr/>
        </p:nvSpPr>
        <p:spPr>
          <a:xfrm>
            <a:off x="7226362" y="810279"/>
            <a:ext cx="2846844" cy="5733985"/>
          </a:xfrm>
          <a:prstGeom prst="roundRect">
            <a:avLst/>
          </a:prstGeom>
          <a:solidFill>
            <a:srgbClr val="00B8EA">
              <a:alpha val="5000"/>
            </a:srgbClr>
          </a:solidFill>
          <a:ln w="381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5FDE8DA-CAE1-FCD0-C854-56FA477E292D}"/>
              </a:ext>
            </a:extLst>
          </p:cNvPr>
          <p:cNvSpPr/>
          <p:nvPr/>
        </p:nvSpPr>
        <p:spPr>
          <a:xfrm>
            <a:off x="3529361" y="942829"/>
            <a:ext cx="2826265" cy="4972341"/>
          </a:xfrm>
          <a:prstGeom prst="roundRect">
            <a:avLst/>
          </a:prstGeom>
          <a:solidFill>
            <a:srgbClr val="00B8EA">
              <a:alpha val="5000"/>
            </a:srgbClr>
          </a:solidFill>
          <a:ln w="381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4603C19-0EE1-819E-DB93-7BE24F2DA7EB}"/>
              </a:ext>
            </a:extLst>
          </p:cNvPr>
          <p:cNvSpPr/>
          <p:nvPr/>
        </p:nvSpPr>
        <p:spPr>
          <a:xfrm>
            <a:off x="352492" y="880718"/>
            <a:ext cx="2869918" cy="4980381"/>
          </a:xfrm>
          <a:prstGeom prst="roundRect">
            <a:avLst/>
          </a:prstGeom>
          <a:solidFill>
            <a:srgbClr val="00B8EA">
              <a:alpha val="5000"/>
            </a:srgbClr>
          </a:solidFill>
          <a:ln w="381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A9B1F6E-F03A-F4C1-AC4B-B24CEA4930B3}"/>
              </a:ext>
            </a:extLst>
          </p:cNvPr>
          <p:cNvSpPr/>
          <p:nvPr/>
        </p:nvSpPr>
        <p:spPr>
          <a:xfrm>
            <a:off x="3858251" y="1360417"/>
            <a:ext cx="1611563" cy="1419062"/>
          </a:xfrm>
          <a:prstGeom prst="roundRect">
            <a:avLst/>
          </a:prstGeom>
          <a:solidFill>
            <a:srgbClr val="00B8EA">
              <a:alpha val="14000"/>
            </a:srgbClr>
          </a:solidFill>
          <a:ln w="381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B6B1135-1EAA-9D06-BF71-FAFA2C5572EE}"/>
              </a:ext>
            </a:extLst>
          </p:cNvPr>
          <p:cNvSpPr/>
          <p:nvPr/>
        </p:nvSpPr>
        <p:spPr>
          <a:xfrm>
            <a:off x="7499845" y="1920812"/>
            <a:ext cx="1491756" cy="2818584"/>
          </a:xfrm>
          <a:prstGeom prst="roundRect">
            <a:avLst/>
          </a:prstGeom>
          <a:solidFill>
            <a:srgbClr val="00B8EA">
              <a:alpha val="14000"/>
            </a:srgbClr>
          </a:solidFill>
          <a:ln w="381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153E4F9-51B1-0D01-36DA-16BB38B2A11F}"/>
              </a:ext>
            </a:extLst>
          </p:cNvPr>
          <p:cNvSpPr/>
          <p:nvPr/>
        </p:nvSpPr>
        <p:spPr>
          <a:xfrm>
            <a:off x="688218" y="3272524"/>
            <a:ext cx="1742604" cy="1170694"/>
          </a:xfrm>
          <a:prstGeom prst="roundRect">
            <a:avLst/>
          </a:prstGeom>
          <a:solidFill>
            <a:srgbClr val="00B8EA">
              <a:alpha val="14000"/>
            </a:srgbClr>
          </a:solidFill>
          <a:ln w="381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897FE3C-5841-5820-AE5D-2C3EEBF5CD89}"/>
              </a:ext>
            </a:extLst>
          </p:cNvPr>
          <p:cNvSpPr/>
          <p:nvPr/>
        </p:nvSpPr>
        <p:spPr>
          <a:xfrm>
            <a:off x="690314" y="1343292"/>
            <a:ext cx="1740508" cy="1291423"/>
          </a:xfrm>
          <a:prstGeom prst="roundRect">
            <a:avLst/>
          </a:prstGeom>
          <a:solidFill>
            <a:srgbClr val="00B8EA">
              <a:alpha val="14000"/>
            </a:srgbClr>
          </a:solidFill>
          <a:ln w="381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5344B0-30A1-8B94-8842-350BE1A81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243297"/>
            <a:ext cx="10775071" cy="490401"/>
          </a:xfrm>
        </p:spPr>
        <p:txBody>
          <a:bodyPr/>
          <a:lstStyle/>
          <a:p>
            <a:r>
              <a:rPr lang="nl-NL" dirty="0"/>
              <a:t>Jargon alert!</a:t>
            </a:r>
            <a:endParaRPr lang="en-1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1FCC7-EAF2-36FA-60F9-5704DA742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8305" y="3856783"/>
            <a:ext cx="2099879" cy="9613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l-NL" sz="2400" dirty="0" err="1"/>
              <a:t>commit</a:t>
            </a:r>
            <a:endParaRPr lang="en-150" sz="240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4EEFE56-3184-26FE-78BE-DE426E101E3D}"/>
              </a:ext>
            </a:extLst>
          </p:cNvPr>
          <p:cNvSpPr txBox="1">
            <a:spLocks/>
          </p:cNvSpPr>
          <p:nvPr/>
        </p:nvSpPr>
        <p:spPr>
          <a:xfrm>
            <a:off x="981822" y="3350854"/>
            <a:ext cx="1232537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add</a:t>
            </a:r>
            <a:endParaRPr lang="en-150" sz="2400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2F96364-5083-1B45-7A3B-21E392B96855}"/>
              </a:ext>
            </a:extLst>
          </p:cNvPr>
          <p:cNvSpPr txBox="1">
            <a:spLocks/>
          </p:cNvSpPr>
          <p:nvPr/>
        </p:nvSpPr>
        <p:spPr>
          <a:xfrm>
            <a:off x="999529" y="1544988"/>
            <a:ext cx="1232537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init</a:t>
            </a:r>
            <a:endParaRPr lang="en-150" sz="24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270A266-7778-2BD9-893F-745D056EB59F}"/>
              </a:ext>
            </a:extLst>
          </p:cNvPr>
          <p:cNvSpPr txBox="1">
            <a:spLocks/>
          </p:cNvSpPr>
          <p:nvPr/>
        </p:nvSpPr>
        <p:spPr>
          <a:xfrm>
            <a:off x="1711093" y="4537268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>
                <a:solidFill>
                  <a:schemeClr val="tx1"/>
                </a:solidFill>
              </a:rPr>
              <a:t>branch</a:t>
            </a:r>
            <a:endParaRPr lang="en-150" sz="2400" dirty="0">
              <a:solidFill>
                <a:schemeClr val="tx1"/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833792B-1182-B278-C383-290A1A3E74B3}"/>
              </a:ext>
            </a:extLst>
          </p:cNvPr>
          <p:cNvSpPr txBox="1">
            <a:spLocks/>
          </p:cNvSpPr>
          <p:nvPr/>
        </p:nvSpPr>
        <p:spPr>
          <a:xfrm>
            <a:off x="4025296" y="3964952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/>
              <a:t>HEAD</a:t>
            </a:r>
            <a:endParaRPr lang="en-150" sz="2400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80756E7-614E-28E1-206D-EEE8D3041313}"/>
              </a:ext>
            </a:extLst>
          </p:cNvPr>
          <p:cNvSpPr txBox="1">
            <a:spLocks/>
          </p:cNvSpPr>
          <p:nvPr/>
        </p:nvSpPr>
        <p:spPr>
          <a:xfrm>
            <a:off x="10595443" y="2876861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>
                <a:solidFill>
                  <a:schemeClr val="bg1">
                    <a:lumMod val="75000"/>
                  </a:schemeClr>
                </a:solidFill>
              </a:rPr>
              <a:t>stash</a:t>
            </a:r>
            <a:endParaRPr lang="en-150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6253988-091E-8E32-9C14-3D3955B0B91A}"/>
              </a:ext>
            </a:extLst>
          </p:cNvPr>
          <p:cNvSpPr txBox="1">
            <a:spLocks/>
          </p:cNvSpPr>
          <p:nvPr/>
        </p:nvSpPr>
        <p:spPr>
          <a:xfrm>
            <a:off x="957969" y="2034907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config</a:t>
            </a:r>
            <a:endParaRPr lang="en-150" sz="24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04626D7-3140-6F28-C882-86C5B3D2451A}"/>
              </a:ext>
            </a:extLst>
          </p:cNvPr>
          <p:cNvSpPr txBox="1">
            <a:spLocks/>
          </p:cNvSpPr>
          <p:nvPr/>
        </p:nvSpPr>
        <p:spPr>
          <a:xfrm>
            <a:off x="7630646" y="4149479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/>
              <a:t>push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C2AE7D7-02DB-9E5E-24E7-33C1D1F87835}"/>
              </a:ext>
            </a:extLst>
          </p:cNvPr>
          <p:cNvSpPr txBox="1">
            <a:spLocks/>
          </p:cNvSpPr>
          <p:nvPr/>
        </p:nvSpPr>
        <p:spPr>
          <a:xfrm>
            <a:off x="7616153" y="3786465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/>
              <a:t>pull</a:t>
            </a:r>
            <a:endParaRPr lang="en-150" sz="24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4FFE053-EF59-DCBA-C11E-E449346B1DB3}"/>
              </a:ext>
            </a:extLst>
          </p:cNvPr>
          <p:cNvSpPr txBox="1">
            <a:spLocks/>
          </p:cNvSpPr>
          <p:nvPr/>
        </p:nvSpPr>
        <p:spPr>
          <a:xfrm>
            <a:off x="7616153" y="3378067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fetch</a:t>
            </a:r>
            <a:endParaRPr lang="en-150" sz="2400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CD9785D-DF4D-8C5E-1A90-5BF562FE557B}"/>
              </a:ext>
            </a:extLst>
          </p:cNvPr>
          <p:cNvSpPr txBox="1">
            <a:spLocks/>
          </p:cNvSpPr>
          <p:nvPr/>
        </p:nvSpPr>
        <p:spPr>
          <a:xfrm>
            <a:off x="10635441" y="5342275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>
                <a:solidFill>
                  <a:schemeClr val="bg1">
                    <a:lumMod val="85000"/>
                  </a:schemeClr>
                </a:solidFill>
              </a:rPr>
              <a:t>merge</a:t>
            </a:r>
            <a:endParaRPr lang="en-150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83942AB-2F85-C861-9A8D-B1D74A673763}"/>
              </a:ext>
            </a:extLst>
          </p:cNvPr>
          <p:cNvSpPr txBox="1">
            <a:spLocks/>
          </p:cNvSpPr>
          <p:nvPr/>
        </p:nvSpPr>
        <p:spPr>
          <a:xfrm>
            <a:off x="3991438" y="3416515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/>
              <a:t>conflict</a:t>
            </a:r>
            <a:endParaRPr lang="en-150" sz="240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737A874-8896-2FEE-D924-6CE2C7A1600F}"/>
              </a:ext>
            </a:extLst>
          </p:cNvPr>
          <p:cNvSpPr txBox="1">
            <a:spLocks/>
          </p:cNvSpPr>
          <p:nvPr/>
        </p:nvSpPr>
        <p:spPr>
          <a:xfrm>
            <a:off x="10595443" y="1489622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>
                <a:solidFill>
                  <a:schemeClr val="bg1">
                    <a:lumMod val="75000"/>
                  </a:schemeClr>
                </a:solidFill>
              </a:rPr>
              <a:t>revert</a:t>
            </a:r>
            <a:endParaRPr lang="en-150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ED591C2-3730-ABF8-ECAE-F666FEF59708}"/>
              </a:ext>
            </a:extLst>
          </p:cNvPr>
          <p:cNvSpPr txBox="1">
            <a:spLocks/>
          </p:cNvSpPr>
          <p:nvPr/>
        </p:nvSpPr>
        <p:spPr>
          <a:xfrm>
            <a:off x="10595443" y="1892385"/>
            <a:ext cx="2522136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>
                <a:solidFill>
                  <a:schemeClr val="bg1">
                    <a:lumMod val="75000"/>
                  </a:schemeClr>
                </a:solidFill>
              </a:rPr>
              <a:t>ammend</a:t>
            </a:r>
            <a:endParaRPr lang="en-150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A4EA15B-F411-E2D0-ADBC-73BA4EF1FFDF}"/>
              </a:ext>
            </a:extLst>
          </p:cNvPr>
          <p:cNvSpPr txBox="1">
            <a:spLocks/>
          </p:cNvSpPr>
          <p:nvPr/>
        </p:nvSpPr>
        <p:spPr>
          <a:xfrm>
            <a:off x="10607163" y="2440792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>
                <a:solidFill>
                  <a:schemeClr val="bg1">
                    <a:lumMod val="75000"/>
                  </a:schemeClr>
                </a:solidFill>
              </a:rPr>
              <a:t>cherry-pick</a:t>
            </a:r>
            <a:endParaRPr lang="en-150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A45C745-B10B-CB8D-9E38-30C46C89E24B}"/>
              </a:ext>
            </a:extLst>
          </p:cNvPr>
          <p:cNvSpPr txBox="1">
            <a:spLocks/>
          </p:cNvSpPr>
          <p:nvPr/>
        </p:nvSpPr>
        <p:spPr>
          <a:xfrm>
            <a:off x="830713" y="4899107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hash</a:t>
            </a:r>
            <a:endParaRPr lang="en-150" sz="2400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C230AB1-55D9-EE53-42F9-0B5C1ABFE7B0}"/>
              </a:ext>
            </a:extLst>
          </p:cNvPr>
          <p:cNvSpPr txBox="1">
            <a:spLocks/>
          </p:cNvSpPr>
          <p:nvPr/>
        </p:nvSpPr>
        <p:spPr>
          <a:xfrm>
            <a:off x="10611009" y="4820363"/>
            <a:ext cx="1853058" cy="58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>
                <a:solidFill>
                  <a:schemeClr val="bg1">
                    <a:lumMod val="85000"/>
                  </a:schemeClr>
                </a:solidFill>
              </a:rPr>
              <a:t>checkout</a:t>
            </a:r>
            <a:endParaRPr lang="en-150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CA8BF47-36D1-1CFD-1B34-3F8EAB7F6DE9}"/>
              </a:ext>
            </a:extLst>
          </p:cNvPr>
          <p:cNvSpPr txBox="1">
            <a:spLocks/>
          </p:cNvSpPr>
          <p:nvPr/>
        </p:nvSpPr>
        <p:spPr>
          <a:xfrm>
            <a:off x="7632070" y="2533543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clone</a:t>
            </a:r>
            <a:endParaRPr lang="en-150" sz="2400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9654FC2-E25C-7CE6-F9C7-720BF0CB90B2}"/>
              </a:ext>
            </a:extLst>
          </p:cNvPr>
          <p:cNvSpPr txBox="1">
            <a:spLocks/>
          </p:cNvSpPr>
          <p:nvPr/>
        </p:nvSpPr>
        <p:spPr>
          <a:xfrm>
            <a:off x="856874" y="4520121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/>
              <a:t>git</a:t>
            </a:r>
            <a:endParaRPr lang="en-150" sz="2400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45C560CF-CB78-0007-6AC8-DF1954D9A34E}"/>
              </a:ext>
            </a:extLst>
          </p:cNvPr>
          <p:cNvSpPr txBox="1">
            <a:spLocks/>
          </p:cNvSpPr>
          <p:nvPr/>
        </p:nvSpPr>
        <p:spPr>
          <a:xfrm>
            <a:off x="7516661" y="5088001"/>
            <a:ext cx="1277032" cy="619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/>
              <a:t>GitHub</a:t>
            </a:r>
            <a:endParaRPr lang="en-150" sz="2400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D89676A-B0B3-C26F-79A6-5DD8179E9A93}"/>
              </a:ext>
            </a:extLst>
          </p:cNvPr>
          <p:cNvSpPr txBox="1">
            <a:spLocks/>
          </p:cNvSpPr>
          <p:nvPr/>
        </p:nvSpPr>
        <p:spPr>
          <a:xfrm>
            <a:off x="3984800" y="1473394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/>
              <a:t>log</a:t>
            </a:r>
            <a:endParaRPr lang="en-150" sz="2400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5F4760B-E8AB-74B8-883C-ED9C313E37A7}"/>
              </a:ext>
            </a:extLst>
          </p:cNvPr>
          <p:cNvSpPr txBox="1">
            <a:spLocks/>
          </p:cNvSpPr>
          <p:nvPr/>
        </p:nvSpPr>
        <p:spPr>
          <a:xfrm>
            <a:off x="3993574" y="1965716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diff</a:t>
            </a:r>
            <a:endParaRPr lang="en-150" sz="240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1C0E6DE-3191-B024-A228-179C83DC78BA}"/>
              </a:ext>
            </a:extLst>
          </p:cNvPr>
          <p:cNvSpPr txBox="1">
            <a:spLocks/>
          </p:cNvSpPr>
          <p:nvPr/>
        </p:nvSpPr>
        <p:spPr>
          <a:xfrm>
            <a:off x="4003307" y="2383101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/>
              <a:t>show</a:t>
            </a:r>
            <a:endParaRPr lang="en-150" sz="2400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997CC975-2264-E9DD-5A4D-80F93E176C5A}"/>
              </a:ext>
            </a:extLst>
          </p:cNvPr>
          <p:cNvSpPr txBox="1">
            <a:spLocks/>
          </p:cNvSpPr>
          <p:nvPr/>
        </p:nvSpPr>
        <p:spPr>
          <a:xfrm>
            <a:off x="10618883" y="3333949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>
                <a:solidFill>
                  <a:schemeClr val="bg1">
                    <a:lumMod val="75000"/>
                  </a:schemeClr>
                </a:solidFill>
              </a:rPr>
              <a:t>reset</a:t>
            </a:r>
            <a:endParaRPr lang="en-150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56CF6C1-2BBE-2BF8-4282-9507322041C0}"/>
              </a:ext>
            </a:extLst>
          </p:cNvPr>
          <p:cNvSpPr txBox="1">
            <a:spLocks/>
          </p:cNvSpPr>
          <p:nvPr/>
        </p:nvSpPr>
        <p:spPr>
          <a:xfrm>
            <a:off x="7664465" y="2137208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/>
              <a:t>remote</a:t>
            </a:r>
            <a:endParaRPr lang="en-150" sz="2400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B686D48-81A7-0F27-11F9-D2106010ABEA}"/>
              </a:ext>
            </a:extLst>
          </p:cNvPr>
          <p:cNvSpPr txBox="1">
            <a:spLocks/>
          </p:cNvSpPr>
          <p:nvPr/>
        </p:nvSpPr>
        <p:spPr>
          <a:xfrm>
            <a:off x="7516661" y="5546117"/>
            <a:ext cx="1133418" cy="55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origin</a:t>
            </a:r>
            <a:endParaRPr lang="nl-NL" sz="2400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7C2E9F1-667B-C198-6A72-716C3D3720B0}"/>
              </a:ext>
            </a:extLst>
          </p:cNvPr>
          <p:cNvSpPr txBox="1">
            <a:spLocks/>
          </p:cNvSpPr>
          <p:nvPr/>
        </p:nvSpPr>
        <p:spPr>
          <a:xfrm>
            <a:off x="10645089" y="3879776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>
                <a:solidFill>
                  <a:schemeClr val="bg1">
                    <a:lumMod val="75000"/>
                  </a:schemeClr>
                </a:solidFill>
              </a:rPr>
              <a:t>fork</a:t>
            </a:r>
            <a:endParaRPr lang="en-150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AAEEEF3F-8581-389A-1030-79349D1FA833}"/>
              </a:ext>
            </a:extLst>
          </p:cNvPr>
          <p:cNvSpPr txBox="1">
            <a:spLocks/>
          </p:cNvSpPr>
          <p:nvPr/>
        </p:nvSpPr>
        <p:spPr>
          <a:xfrm>
            <a:off x="690313" y="976222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>
                <a:solidFill>
                  <a:srgbClr val="00B8EA"/>
                </a:solidFill>
              </a:rPr>
              <a:t>Set up</a:t>
            </a:r>
            <a:endParaRPr lang="en-150" sz="2400" dirty="0">
              <a:solidFill>
                <a:srgbClr val="00B8EA"/>
              </a:solidFill>
            </a:endParaRP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3A883D36-1629-DBAC-462E-B1F450472951}"/>
              </a:ext>
            </a:extLst>
          </p:cNvPr>
          <p:cNvSpPr txBox="1">
            <a:spLocks/>
          </p:cNvSpPr>
          <p:nvPr/>
        </p:nvSpPr>
        <p:spPr>
          <a:xfrm>
            <a:off x="651744" y="2911621"/>
            <a:ext cx="2563906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>
                <a:solidFill>
                  <a:srgbClr val="00B8EA"/>
                </a:solidFill>
              </a:rPr>
              <a:t>Tracking changes</a:t>
            </a:r>
            <a:endParaRPr lang="en-150" sz="2400" dirty="0">
              <a:solidFill>
                <a:srgbClr val="00B8EA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16DEC05-3CEF-36D5-55B2-55BBDEF4B29C}"/>
              </a:ext>
            </a:extLst>
          </p:cNvPr>
          <p:cNvCxnSpPr/>
          <p:nvPr/>
        </p:nvCxnSpPr>
        <p:spPr>
          <a:xfrm>
            <a:off x="10314737" y="759098"/>
            <a:ext cx="0" cy="5502002"/>
          </a:xfrm>
          <a:prstGeom prst="line">
            <a:avLst/>
          </a:prstGeom>
          <a:noFill/>
          <a:ln w="57150" cap="flat">
            <a:solidFill>
              <a:srgbClr val="F70014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181C9BEB-DACF-7985-0AF4-CC7A78ACEE4E}"/>
              </a:ext>
            </a:extLst>
          </p:cNvPr>
          <p:cNvSpPr txBox="1">
            <a:spLocks/>
          </p:cNvSpPr>
          <p:nvPr/>
        </p:nvSpPr>
        <p:spPr>
          <a:xfrm>
            <a:off x="10645089" y="4391229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>
                <a:solidFill>
                  <a:schemeClr val="bg1">
                    <a:lumMod val="75000"/>
                  </a:schemeClr>
                </a:solidFill>
              </a:rPr>
              <a:t>…</a:t>
            </a:r>
            <a:endParaRPr lang="en-150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5D27DA9B-F4AF-F3C6-B356-C52F34111F8A}"/>
              </a:ext>
            </a:extLst>
          </p:cNvPr>
          <p:cNvSpPr txBox="1">
            <a:spLocks/>
          </p:cNvSpPr>
          <p:nvPr/>
        </p:nvSpPr>
        <p:spPr>
          <a:xfrm>
            <a:off x="3911642" y="1021540"/>
            <a:ext cx="284204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>
                <a:solidFill>
                  <a:srgbClr val="00B8EA"/>
                </a:solidFill>
              </a:rPr>
              <a:t>History</a:t>
            </a:r>
            <a:endParaRPr lang="en-150" sz="2400" dirty="0">
              <a:solidFill>
                <a:srgbClr val="00B8EA"/>
              </a:solidFill>
            </a:endParaRP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A0213084-BF0B-1CB1-9D05-B5CFCBECF489}"/>
              </a:ext>
            </a:extLst>
          </p:cNvPr>
          <p:cNvSpPr txBox="1">
            <a:spLocks/>
          </p:cNvSpPr>
          <p:nvPr/>
        </p:nvSpPr>
        <p:spPr>
          <a:xfrm>
            <a:off x="7540405" y="944299"/>
            <a:ext cx="2842049" cy="120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>
                <a:solidFill>
                  <a:srgbClr val="00B8EA"/>
                </a:solidFill>
              </a:rPr>
              <a:t>Remote </a:t>
            </a:r>
          </a:p>
          <a:p>
            <a:pPr marL="0" indent="0">
              <a:buFontTx/>
              <a:buNone/>
            </a:pPr>
            <a:r>
              <a:rPr lang="nl-NL" sz="2400" dirty="0" err="1">
                <a:solidFill>
                  <a:srgbClr val="00B8EA"/>
                </a:solidFill>
              </a:rPr>
              <a:t>repository</a:t>
            </a:r>
            <a:endParaRPr lang="en-150" sz="2400" dirty="0">
              <a:solidFill>
                <a:srgbClr val="00B8EA"/>
              </a:solidFill>
            </a:endParaRP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503FAF7C-4688-952E-3677-D4A71D852EDA}"/>
              </a:ext>
            </a:extLst>
          </p:cNvPr>
          <p:cNvSpPr txBox="1">
            <a:spLocks/>
          </p:cNvSpPr>
          <p:nvPr/>
        </p:nvSpPr>
        <p:spPr>
          <a:xfrm>
            <a:off x="1959039" y="5416553"/>
            <a:ext cx="1179142" cy="432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>
                <a:solidFill>
                  <a:srgbClr val="F70014"/>
                </a:solidFill>
              </a:rPr>
              <a:t>Block 1</a:t>
            </a:r>
            <a:endParaRPr lang="en-150" sz="2400" dirty="0">
              <a:solidFill>
                <a:srgbClr val="F70014"/>
              </a:solidFill>
            </a:endParaRP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1F68599B-2441-7CC4-3FD6-9558A65D8D09}"/>
              </a:ext>
            </a:extLst>
          </p:cNvPr>
          <p:cNvSpPr txBox="1">
            <a:spLocks/>
          </p:cNvSpPr>
          <p:nvPr/>
        </p:nvSpPr>
        <p:spPr>
          <a:xfrm>
            <a:off x="5202645" y="5349520"/>
            <a:ext cx="1179142" cy="494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>
                <a:solidFill>
                  <a:srgbClr val="F70014"/>
                </a:solidFill>
              </a:rPr>
              <a:t>Block 2</a:t>
            </a:r>
            <a:endParaRPr lang="en-150" sz="2400" dirty="0">
              <a:solidFill>
                <a:srgbClr val="F70014"/>
              </a:solidFill>
            </a:endParaRP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D8D5EE29-93F4-02D9-5FE4-4FA77AE8EE83}"/>
              </a:ext>
            </a:extLst>
          </p:cNvPr>
          <p:cNvSpPr txBox="1">
            <a:spLocks/>
          </p:cNvSpPr>
          <p:nvPr/>
        </p:nvSpPr>
        <p:spPr>
          <a:xfrm>
            <a:off x="8894064" y="6071068"/>
            <a:ext cx="1179142" cy="494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>
                <a:solidFill>
                  <a:srgbClr val="F70014"/>
                </a:solidFill>
              </a:rPr>
              <a:t>Block 3</a:t>
            </a:r>
            <a:endParaRPr lang="en-150" sz="2400" dirty="0">
              <a:solidFill>
                <a:srgbClr val="F70014"/>
              </a:solidFill>
            </a:endParaRP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19C4431-F82A-60C0-B8DB-83763581F2F5}"/>
              </a:ext>
            </a:extLst>
          </p:cNvPr>
          <p:cNvSpPr txBox="1">
            <a:spLocks/>
          </p:cNvSpPr>
          <p:nvPr/>
        </p:nvSpPr>
        <p:spPr>
          <a:xfrm>
            <a:off x="8769821" y="5091717"/>
            <a:ext cx="2750384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ssh</a:t>
            </a:r>
            <a:endParaRPr lang="en-150" sz="2400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914DFB83-790A-64A6-426B-95EF98AB7DE1}"/>
              </a:ext>
            </a:extLst>
          </p:cNvPr>
          <p:cNvSpPr txBox="1">
            <a:spLocks/>
          </p:cNvSpPr>
          <p:nvPr/>
        </p:nvSpPr>
        <p:spPr>
          <a:xfrm>
            <a:off x="1718423" y="4891676"/>
            <a:ext cx="2099879" cy="9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nl-NL" sz="2400" dirty="0" err="1"/>
              <a:t>repository</a:t>
            </a:r>
            <a:endParaRPr lang="en-150" sz="24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0342350-D090-7AD2-6CA0-20D2E670DE82}"/>
              </a:ext>
            </a:extLst>
          </p:cNvPr>
          <p:cNvSpPr/>
          <p:nvPr/>
        </p:nvSpPr>
        <p:spPr>
          <a:xfrm>
            <a:off x="3414724" y="554342"/>
            <a:ext cx="8834867" cy="6286500"/>
          </a:xfrm>
          <a:prstGeom prst="rect">
            <a:avLst/>
          </a:prstGeom>
          <a:solidFill>
            <a:srgbClr val="FFFFFF">
              <a:alpha val="81000"/>
            </a:srgbClr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8431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6" grpId="0" animBg="1"/>
      <p:bldP spid="44" grpId="0" animBg="1"/>
      <p:bldP spid="40" grpId="0" animBg="1"/>
      <p:bldP spid="36" grpId="0" animBg="1"/>
      <p:bldP spid="33" grpId="0" animBg="1"/>
      <p:bldP spid="30" grpId="0" animBg="1"/>
      <p:bldP spid="32" grpId="0" animBg="1"/>
      <p:bldP spid="34" grpId="0" animBg="1"/>
      <p:bldP spid="41" grpId="0" animBg="1"/>
      <p:bldP spid="42" grpId="0" animBg="1"/>
      <p:bldP spid="45" grpId="0" animBg="1"/>
      <p:bldP spid="47" grpId="0" animBg="1"/>
      <p:bldP spid="49" grpId="0" animBg="1"/>
      <p:bldP spid="5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5B8D1-7092-4FA0-5F52-0B1F5AC54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Basics</a:t>
            </a:r>
            <a:endParaRPr lang="en-1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8964B-96C0-9C03-27E0-45188582D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431" y="1743895"/>
            <a:ext cx="10773500" cy="4356464"/>
          </a:xfrm>
        </p:spPr>
        <p:txBody>
          <a:bodyPr/>
          <a:lstStyle/>
          <a:p>
            <a:endParaRPr lang="en-150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6427D60-5E75-DDD5-9697-A1886BA109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429" y="1267690"/>
            <a:ext cx="11000280" cy="3855404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AAB866A-C280-96D5-8E80-9B7C12ECA717}"/>
              </a:ext>
            </a:extLst>
          </p:cNvPr>
          <p:cNvSpPr txBox="1">
            <a:spLocks/>
          </p:cNvSpPr>
          <p:nvPr/>
        </p:nvSpPr>
        <p:spPr>
          <a:xfrm>
            <a:off x="9234876" y="5115792"/>
            <a:ext cx="2046598" cy="75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marL="0" marR="0" indent="0" algn="ctr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1pPr>
            <a:lvl2pPr marL="0" marR="0" indent="0" algn="ctr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2pPr>
            <a:lvl3pPr marL="0" marR="0" indent="0" algn="ctr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3pPr>
            <a:lvl4pPr marL="0" marR="0" indent="0" algn="ctr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4pPr>
            <a:lvl5pPr marL="0" marR="0" indent="0" algn="ctr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nl-NL" sz="2800" dirty="0" err="1"/>
              <a:t>Repository</a:t>
            </a:r>
            <a:endParaRPr lang="en-150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1CC2D1-56B0-C814-216F-8ECD03D7E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830" y="4094785"/>
            <a:ext cx="2705478" cy="4286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AAC856-4FE7-B0F9-FC86-C967620FDF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325" y="4368394"/>
            <a:ext cx="2705478" cy="4286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8871D0-F83B-64B9-D1F6-FC00903B3C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6249" y="2405982"/>
            <a:ext cx="4027168" cy="18219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C42F4C7-6F7A-CFE2-E891-FA94CA1FBC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0165" y="3094682"/>
            <a:ext cx="901700" cy="25270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66C448F-0053-3A9B-9585-4AF6AAE5DB7E}"/>
              </a:ext>
            </a:extLst>
          </p:cNvPr>
          <p:cNvSpPr/>
          <p:nvPr/>
        </p:nvSpPr>
        <p:spPr>
          <a:xfrm>
            <a:off x="3263903" y="1034193"/>
            <a:ext cx="8209668" cy="4861009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B8D0154-4E02-47D1-626E-00D9110A4620}"/>
              </a:ext>
            </a:extLst>
          </p:cNvPr>
          <p:cNvSpPr txBox="1">
            <a:spLocks/>
          </p:cNvSpPr>
          <p:nvPr/>
        </p:nvSpPr>
        <p:spPr>
          <a:xfrm>
            <a:off x="698500" y="5251387"/>
            <a:ext cx="3424769" cy="483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nl-NL" sz="28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Working</a:t>
            </a:r>
            <a:r>
              <a:rPr lang="nl-NL" sz="28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directory</a:t>
            </a:r>
            <a:endParaRPr lang="en-150" sz="28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107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126D8-3A28-2A7F-1FA0-C45921393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Commits</a:t>
            </a:r>
            <a:endParaRPr lang="en-15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F1145E-4B5E-C976-E199-8CDB72BC6B7F}"/>
              </a:ext>
            </a:extLst>
          </p:cNvPr>
          <p:cNvSpPr/>
          <p:nvPr/>
        </p:nvSpPr>
        <p:spPr>
          <a:xfrm>
            <a:off x="5494874" y="2679975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raphic 5" descr="User outline">
            <a:extLst>
              <a:ext uri="{FF2B5EF4-FFF2-40B4-BE49-F238E27FC236}">
                <a16:creationId xmlns:a16="http://schemas.microsoft.com/office/drawing/2014/main" id="{2ED9E2AF-6643-8F22-94A0-77E9AF487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4874" y="1765575"/>
            <a:ext cx="914400" cy="914400"/>
          </a:xfrm>
          <a:prstGeom prst="rect">
            <a:avLst/>
          </a:prstGeom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id="{7FC106F9-499F-D1CD-9952-D6E143AB784E}"/>
              </a:ext>
            </a:extLst>
          </p:cNvPr>
          <p:cNvSpPr/>
          <p:nvPr/>
        </p:nvSpPr>
        <p:spPr>
          <a:xfrm rot="16200000">
            <a:off x="5713561" y="2399254"/>
            <a:ext cx="473671" cy="2980728"/>
          </a:xfrm>
          <a:prstGeom prst="rightBrac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C832B4-6969-A8F0-332E-3C3E8EF43988}"/>
              </a:ext>
            </a:extLst>
          </p:cNvPr>
          <p:cNvSpPr txBox="1"/>
          <p:nvPr/>
        </p:nvSpPr>
        <p:spPr>
          <a:xfrm>
            <a:off x="4657124" y="4109981"/>
            <a:ext cx="262270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Snapshot of the folder  </a:t>
            </a:r>
            <a:endParaRPr kumimoji="0" lang="en-150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54822A50-CC1A-2CBA-1CC0-398C386BA22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76763" t="12232" r="4978" b="14840"/>
          <a:stretch/>
        </p:blipFill>
        <p:spPr>
          <a:xfrm>
            <a:off x="492121" y="1635701"/>
            <a:ext cx="3017279" cy="3860341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EFFACE1-6B35-82A1-FC8B-EB0853DA44F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1259" t="11766" r="40482" b="15306"/>
          <a:stretch/>
        </p:blipFill>
        <p:spPr>
          <a:xfrm>
            <a:off x="606582" y="1633540"/>
            <a:ext cx="3017280" cy="386034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2789997-756A-E4F6-88D7-DB29C3A8337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950" t="12698" r="76791" b="14374"/>
          <a:stretch/>
        </p:blipFill>
        <p:spPr>
          <a:xfrm>
            <a:off x="561805" y="1684542"/>
            <a:ext cx="3017280" cy="38603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BC92204-DCCE-474B-8CD3-72A667A318D8}"/>
              </a:ext>
            </a:extLst>
          </p:cNvPr>
          <p:cNvSpPr txBox="1"/>
          <p:nvPr/>
        </p:nvSpPr>
        <p:spPr>
          <a:xfrm>
            <a:off x="4657123" y="4465438"/>
            <a:ext cx="227183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Author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DFA5A9-FE89-82AF-288B-51F49E86B83A}"/>
              </a:ext>
            </a:extLst>
          </p:cNvPr>
          <p:cNvSpPr txBox="1"/>
          <p:nvPr/>
        </p:nvSpPr>
        <p:spPr>
          <a:xfrm>
            <a:off x="4657123" y="4766538"/>
            <a:ext cx="227183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Email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3B1DE3-1163-9B20-C9A6-F672E36FA318}"/>
              </a:ext>
            </a:extLst>
          </p:cNvPr>
          <p:cNvSpPr txBox="1"/>
          <p:nvPr/>
        </p:nvSpPr>
        <p:spPr>
          <a:xfrm>
            <a:off x="4657123" y="5097020"/>
            <a:ext cx="227183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1AF2CC-57AF-06A4-03D6-3309CEEE3577}"/>
              </a:ext>
            </a:extLst>
          </p:cNvPr>
          <p:cNvSpPr txBox="1"/>
          <p:nvPr/>
        </p:nvSpPr>
        <p:spPr>
          <a:xfrm>
            <a:off x="4657122" y="5718929"/>
            <a:ext cx="2782197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Message (an explanation)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2A73CF8-19BF-2623-A718-F1F09C2C43AE}"/>
              </a:ext>
            </a:extLst>
          </p:cNvPr>
          <p:cNvSpPr/>
          <p:nvPr/>
        </p:nvSpPr>
        <p:spPr>
          <a:xfrm>
            <a:off x="7517022" y="2679975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B4A502-6DAB-8E97-431A-51374C32A389}"/>
              </a:ext>
            </a:extLst>
          </p:cNvPr>
          <p:cNvSpPr/>
          <p:nvPr/>
        </p:nvSpPr>
        <p:spPr>
          <a:xfrm rot="20020040">
            <a:off x="5477635" y="2964377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D83m9c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FCF46CC-3C32-6C63-3EF8-2C1BF906C25F}"/>
              </a:ext>
            </a:extLst>
          </p:cNvPr>
          <p:cNvCxnSpPr>
            <a:stCxn id="4" idx="6"/>
            <a:endCxn id="3" idx="2"/>
          </p:cNvCxnSpPr>
          <p:nvPr/>
        </p:nvCxnSpPr>
        <p:spPr>
          <a:xfrm>
            <a:off x="6409274" y="3137175"/>
            <a:ext cx="1107748" cy="0"/>
          </a:xfrm>
          <a:prstGeom prst="straightConnector1">
            <a:avLst/>
          </a:prstGeom>
          <a:noFill/>
          <a:ln w="5715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1A6A37E-8C5D-B1D3-8184-779B9291A31B}"/>
              </a:ext>
            </a:extLst>
          </p:cNvPr>
          <p:cNvSpPr/>
          <p:nvPr/>
        </p:nvSpPr>
        <p:spPr>
          <a:xfrm rot="20020040">
            <a:off x="7510738" y="2964597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nv8si29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A538174-461B-0976-7701-307E6BC27E58}"/>
              </a:ext>
            </a:extLst>
          </p:cNvPr>
          <p:cNvSpPr/>
          <p:nvPr/>
        </p:nvSpPr>
        <p:spPr>
          <a:xfrm>
            <a:off x="9510983" y="2691842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7C05F5-568E-06E3-F46B-E9A12BD12FDD}"/>
              </a:ext>
            </a:extLst>
          </p:cNvPr>
          <p:cNvCxnSpPr>
            <a:cxnSpLocks/>
            <a:stCxn id="3" idx="6"/>
            <a:endCxn id="22" idx="2"/>
          </p:cNvCxnSpPr>
          <p:nvPr/>
        </p:nvCxnSpPr>
        <p:spPr>
          <a:xfrm>
            <a:off x="8431422" y="3137175"/>
            <a:ext cx="1079561" cy="11867"/>
          </a:xfrm>
          <a:prstGeom prst="straightConnector1">
            <a:avLst/>
          </a:prstGeom>
          <a:noFill/>
          <a:ln w="5715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63A2F44-1E8B-CEB1-76E1-97E342B845C4}"/>
              </a:ext>
            </a:extLst>
          </p:cNvPr>
          <p:cNvSpPr/>
          <p:nvPr/>
        </p:nvSpPr>
        <p:spPr>
          <a:xfrm rot="20020040">
            <a:off x="9495422" y="2918251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o10sx0i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310BEF-C765-BD5C-D582-5C76F09C5239}"/>
              </a:ext>
            </a:extLst>
          </p:cNvPr>
          <p:cNvSpPr/>
          <p:nvPr/>
        </p:nvSpPr>
        <p:spPr>
          <a:xfrm>
            <a:off x="4460032" y="3652781"/>
            <a:ext cx="2979287" cy="2894555"/>
          </a:xfrm>
          <a:prstGeom prst="rect">
            <a:avLst/>
          </a:prstGeom>
          <a:solidFill>
            <a:srgbClr val="FFFFFF">
              <a:alpha val="81000"/>
            </a:srgbClr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1174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4.07407E-6 L 0.075 0.0051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50" y="255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5 0.00509 L 0.1668 -4.07407E-6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44" y="-162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68 -4.07407E-6 L 0.2418 -4.07407E-6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50" y="0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18 -4.07407E-6 L 0.33034 -4.07407E-6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7" y="0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/>
      <p:bldP spid="12" grpId="0"/>
      <p:bldP spid="13" grpId="0"/>
      <p:bldP spid="14" grpId="0"/>
      <p:bldP spid="15" grpId="0"/>
      <p:bldP spid="3" grpId="0" animBg="1"/>
      <p:bldP spid="16" grpId="0" animBg="1"/>
      <p:bldP spid="21" grpId="0" animBg="1"/>
      <p:bldP spid="22" grpId="0" animBg="1"/>
      <p:bldP spid="24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8" name="Vertical Text Placeholder 18"/>
          <p:cNvSpPr txBox="1">
            <a:spLocks noGrp="1"/>
          </p:cNvSpPr>
          <p:nvPr>
            <p:ph type="body" idx="1"/>
          </p:nvPr>
        </p:nvSpPr>
        <p:spPr>
          <a:xfrm>
            <a:off x="698498" y="718513"/>
            <a:ext cx="10798176" cy="5229851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chemeClr val="accent1"/>
                </a:solidFill>
              </a:defRPr>
            </a:pPr>
            <a:r>
              <a:rPr lang="nl-NL" dirty="0" err="1">
                <a:solidFill>
                  <a:srgbClr val="000000"/>
                </a:solidFill>
              </a:rPr>
              <a:t>Let’s</a:t>
            </a:r>
            <a:r>
              <a:rPr lang="nl-NL" dirty="0">
                <a:solidFill>
                  <a:srgbClr val="000000"/>
                </a:solidFill>
              </a:rPr>
              <a:t> </a:t>
            </a:r>
            <a:r>
              <a:rPr lang="nl-NL" dirty="0">
                <a:solidFill>
                  <a:schemeClr val="accent3"/>
                </a:solidFill>
              </a:rPr>
              <a:t>Git</a:t>
            </a:r>
            <a:r>
              <a:rPr lang="nl-NL" dirty="0">
                <a:solidFill>
                  <a:srgbClr val="000000"/>
                </a:solidFill>
              </a:rPr>
              <a:t>!</a:t>
            </a:r>
            <a:endParaRPr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35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4332B-D381-9540-2B04-67306E923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Setting up Git</a:t>
            </a:r>
            <a:endParaRPr lang="en-15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35A6672-4393-F440-0E4C-5BBDB02B9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git config --global user.name "Vlad Dracula"</a:t>
            </a:r>
          </a:p>
          <a:p>
            <a:r>
              <a:rPr lang="en-GB" dirty="0"/>
              <a:t>git config --global </a:t>
            </a:r>
            <a:r>
              <a:rPr lang="en-GB" dirty="0" err="1"/>
              <a:t>user.email</a:t>
            </a:r>
            <a:r>
              <a:rPr lang="en-GB" dirty="0"/>
              <a:t> </a:t>
            </a:r>
            <a:r>
              <a:rPr lang="en-GB" dirty="0" err="1"/>
              <a:t>vlad@tran.sylvan.ia</a:t>
            </a:r>
            <a:endParaRPr lang="en-GB" dirty="0"/>
          </a:p>
          <a:p>
            <a:r>
              <a:rPr lang="en-US" dirty="0"/>
              <a:t>git config --global </a:t>
            </a:r>
            <a:r>
              <a:rPr lang="en-US" dirty="0" err="1"/>
              <a:t>init.defaultBranch</a:t>
            </a:r>
            <a:r>
              <a:rPr lang="en-US" dirty="0"/>
              <a:t> main</a:t>
            </a:r>
          </a:p>
          <a:p>
            <a:r>
              <a:rPr lang="en-GB" dirty="0"/>
              <a:t>git config –list</a:t>
            </a:r>
          </a:p>
          <a:p>
            <a:r>
              <a:rPr lang="en-GB" dirty="0"/>
              <a:t>git help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97015554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B1FE4-F969-E74C-15A7-795175F5B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 repository</a:t>
            </a:r>
            <a:endParaRPr lang="en-1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F5C4D-3CB0-5D8C-F6FC-C4522014C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git </a:t>
            </a:r>
            <a:r>
              <a:rPr lang="en-GB" dirty="0" err="1"/>
              <a:t>init</a:t>
            </a:r>
            <a:endParaRPr lang="en-GB" dirty="0"/>
          </a:p>
          <a:p>
            <a:r>
              <a:rPr lang="en-GB" dirty="0"/>
              <a:t>git status</a:t>
            </a:r>
          </a:p>
          <a:p>
            <a:r>
              <a:rPr lang="en-GB" dirty="0"/>
              <a:t>git checkout -b main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77674242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5B8D1-7092-4FA0-5F52-0B1F5AC54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Tracking Changes</a:t>
            </a:r>
            <a:endParaRPr lang="en-1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8964B-96C0-9C03-27E0-45188582D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431" y="1743895"/>
            <a:ext cx="10773500" cy="4356464"/>
          </a:xfrm>
        </p:spPr>
        <p:txBody>
          <a:bodyPr/>
          <a:lstStyle/>
          <a:p>
            <a:endParaRPr lang="en-150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6427D60-5E75-DDD5-9697-A1886BA109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429" y="1267690"/>
            <a:ext cx="11000280" cy="3855404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AAB866A-C280-96D5-8E80-9B7C12ECA717}"/>
              </a:ext>
            </a:extLst>
          </p:cNvPr>
          <p:cNvSpPr txBox="1">
            <a:spLocks/>
          </p:cNvSpPr>
          <p:nvPr/>
        </p:nvSpPr>
        <p:spPr>
          <a:xfrm>
            <a:off x="9234876" y="5115792"/>
            <a:ext cx="2046598" cy="75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marL="0" marR="0" indent="0" algn="ctr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1pPr>
            <a:lvl2pPr marL="0" marR="0" indent="0" algn="ctr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2pPr>
            <a:lvl3pPr marL="0" marR="0" indent="0" algn="ctr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3pPr>
            <a:lvl4pPr marL="0" marR="0" indent="0" algn="ctr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4pPr>
            <a:lvl5pPr marL="0" marR="0" indent="0" algn="ctr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nl-NL" sz="2800" dirty="0" err="1"/>
              <a:t>Repository</a:t>
            </a:r>
            <a:endParaRPr lang="en-150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1CC2D1-56B0-C814-216F-8ECD03D7E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830" y="4094785"/>
            <a:ext cx="2705478" cy="4286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AAC856-4FE7-B0F9-FC86-C967620FDF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325" y="4368394"/>
            <a:ext cx="2705478" cy="4286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8871D0-F83B-64B9-D1F6-FC00903B3C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6249" y="2405982"/>
            <a:ext cx="4027168" cy="18219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C42F4C7-6F7A-CFE2-E891-FA94CA1FBC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0165" y="3094682"/>
            <a:ext cx="901700" cy="252705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B8D0154-4E02-47D1-626E-00D9110A4620}"/>
              </a:ext>
            </a:extLst>
          </p:cNvPr>
          <p:cNvSpPr txBox="1">
            <a:spLocks/>
          </p:cNvSpPr>
          <p:nvPr/>
        </p:nvSpPr>
        <p:spPr>
          <a:xfrm>
            <a:off x="698500" y="5251387"/>
            <a:ext cx="3424769" cy="483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nl-NL" sz="28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Working</a:t>
            </a:r>
            <a:r>
              <a:rPr lang="nl-NL" sz="28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directory</a:t>
            </a:r>
            <a:endParaRPr lang="en-150" sz="28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A41F4D5-E4B2-8AB0-11D7-6D8BF4A43E87}"/>
              </a:ext>
            </a:extLst>
          </p:cNvPr>
          <p:cNvSpPr txBox="1">
            <a:spLocks/>
          </p:cNvSpPr>
          <p:nvPr/>
        </p:nvSpPr>
        <p:spPr>
          <a:xfrm>
            <a:off x="5030550" y="5100039"/>
            <a:ext cx="2376038" cy="75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marL="0" marR="0" indent="0" algn="ctr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1pPr>
            <a:lvl2pPr marL="0" marR="0" indent="0" algn="ctr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2pPr>
            <a:lvl3pPr marL="0" marR="0" indent="0" algn="ctr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3pPr>
            <a:lvl4pPr marL="0" marR="0" indent="0" algn="ctr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4pPr>
            <a:lvl5pPr marL="0" marR="0" indent="0" algn="ctr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nl-NL" sz="2800" dirty="0" err="1"/>
              <a:t>Staging</a:t>
            </a:r>
            <a:r>
              <a:rPr lang="nl-NL" sz="2800" dirty="0"/>
              <a:t> area</a:t>
            </a:r>
            <a:endParaRPr lang="en-150" sz="2800" dirty="0"/>
          </a:p>
        </p:txBody>
      </p:sp>
    </p:spTree>
    <p:extLst>
      <p:ext uri="{BB962C8B-B14F-4D97-AF65-F5344CB8AC3E}">
        <p14:creationId xmlns:p14="http://schemas.microsoft.com/office/powerpoint/2010/main" val="3009079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BA419-B116-BE5E-3AED-A9F32893A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464" y="300857"/>
            <a:ext cx="10775071" cy="490401"/>
          </a:xfrm>
        </p:spPr>
        <p:txBody>
          <a:bodyPr>
            <a:normAutofit/>
          </a:bodyPr>
          <a:lstStyle/>
          <a:p>
            <a:r>
              <a:rPr lang="es-CO" sz="2800" dirty="0" err="1"/>
              <a:t>Exercise</a:t>
            </a:r>
            <a:r>
              <a:rPr lang="es-CO" sz="2800" dirty="0"/>
              <a:t> 1</a:t>
            </a:r>
            <a:endParaRPr lang="en-150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CF3F9-FB21-B2E2-0D5C-9B81221D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72640" y="722908"/>
            <a:ext cx="4185920" cy="1215307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s-CO" dirty="0" err="1"/>
              <a:t>Create</a:t>
            </a:r>
            <a:r>
              <a:rPr lang="es-CO" dirty="0"/>
              <a:t> a new </a:t>
            </a:r>
            <a:r>
              <a:rPr lang="es-CO" dirty="0" err="1"/>
              <a:t>text</a:t>
            </a:r>
            <a:r>
              <a:rPr lang="es-CO" dirty="0"/>
              <a:t> file.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 err="1"/>
              <a:t>Write</a:t>
            </a:r>
            <a:r>
              <a:rPr lang="es-CO" dirty="0"/>
              <a:t> </a:t>
            </a:r>
            <a:r>
              <a:rPr lang="es-CO" dirty="0" err="1"/>
              <a:t>some</a:t>
            </a:r>
            <a:r>
              <a:rPr lang="es-CO" dirty="0"/>
              <a:t> </a:t>
            </a:r>
            <a:r>
              <a:rPr lang="es-CO" dirty="0" err="1"/>
              <a:t>additional</a:t>
            </a:r>
            <a:r>
              <a:rPr lang="es-CO" dirty="0"/>
              <a:t> </a:t>
            </a:r>
            <a:r>
              <a:rPr lang="es-CO" dirty="0" err="1"/>
              <a:t>lines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</a:t>
            </a:r>
            <a:r>
              <a:rPr lang="es-CO" dirty="0" err="1"/>
              <a:t>your</a:t>
            </a:r>
            <a:r>
              <a:rPr lang="es-CO" dirty="0"/>
              <a:t> file. 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 err="1"/>
              <a:t>Add</a:t>
            </a:r>
            <a:r>
              <a:rPr lang="es-CO" dirty="0"/>
              <a:t> the </a:t>
            </a:r>
            <a:r>
              <a:rPr lang="es-CO" dirty="0" err="1"/>
              <a:t>changes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the </a:t>
            </a:r>
            <a:r>
              <a:rPr lang="es-CO" dirty="0" err="1"/>
              <a:t>staging</a:t>
            </a:r>
            <a:r>
              <a:rPr lang="es-CO" dirty="0"/>
              <a:t> </a:t>
            </a:r>
            <a:r>
              <a:rPr lang="es-CO" dirty="0" err="1"/>
              <a:t>area</a:t>
            </a:r>
            <a:r>
              <a:rPr lang="es-CO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 err="1"/>
              <a:t>Commit</a:t>
            </a:r>
            <a:r>
              <a:rPr lang="es-CO" dirty="0"/>
              <a:t> </a:t>
            </a:r>
            <a:r>
              <a:rPr lang="es-CO" dirty="0" err="1"/>
              <a:t>them</a:t>
            </a:r>
            <a:r>
              <a:rPr lang="es-CO" dirty="0"/>
              <a:t>.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98DE623-D15E-7AB1-AC88-66D7F6DD5755}"/>
              </a:ext>
            </a:extLst>
          </p:cNvPr>
          <p:cNvSpPr txBox="1">
            <a:spLocks/>
          </p:cNvSpPr>
          <p:nvPr/>
        </p:nvSpPr>
        <p:spPr>
          <a:xfrm>
            <a:off x="2072639" y="2631888"/>
            <a:ext cx="9397789" cy="1145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s-CO" dirty="0" err="1"/>
              <a:t>Delete</a:t>
            </a:r>
            <a:r>
              <a:rPr lang="es-CO" dirty="0"/>
              <a:t> </a:t>
            </a:r>
            <a:r>
              <a:rPr lang="es-CO" dirty="0" err="1"/>
              <a:t>some</a:t>
            </a:r>
            <a:r>
              <a:rPr lang="es-CO" dirty="0"/>
              <a:t> </a:t>
            </a:r>
            <a:r>
              <a:rPr lang="es-CO" dirty="0" err="1"/>
              <a:t>lines</a:t>
            </a:r>
            <a:r>
              <a:rPr lang="es-CO" dirty="0"/>
              <a:t> </a:t>
            </a:r>
            <a:r>
              <a:rPr lang="es-CO" dirty="0" err="1"/>
              <a:t>from</a:t>
            </a:r>
            <a:r>
              <a:rPr lang="es-CO" dirty="0"/>
              <a:t> </a:t>
            </a:r>
            <a:r>
              <a:rPr lang="es-CO" dirty="0" err="1"/>
              <a:t>your</a:t>
            </a:r>
            <a:r>
              <a:rPr lang="es-CO" dirty="0"/>
              <a:t> file. 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 err="1"/>
              <a:t>Add</a:t>
            </a:r>
            <a:r>
              <a:rPr lang="es-CO" dirty="0"/>
              <a:t> the </a:t>
            </a:r>
            <a:r>
              <a:rPr lang="es-CO" dirty="0" err="1"/>
              <a:t>changes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the </a:t>
            </a:r>
            <a:r>
              <a:rPr lang="es-CO" dirty="0" err="1"/>
              <a:t>staging</a:t>
            </a:r>
            <a:r>
              <a:rPr lang="es-CO" dirty="0"/>
              <a:t> </a:t>
            </a:r>
            <a:r>
              <a:rPr lang="es-CO" dirty="0" err="1"/>
              <a:t>area</a:t>
            </a:r>
            <a:r>
              <a:rPr lang="es-CO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 err="1"/>
              <a:t>Commit</a:t>
            </a:r>
            <a:r>
              <a:rPr lang="es-CO" dirty="0"/>
              <a:t> </a:t>
            </a:r>
            <a:r>
              <a:rPr lang="es-CO" dirty="0" err="1"/>
              <a:t>them</a:t>
            </a:r>
            <a:r>
              <a:rPr lang="es-CO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s-CO" dirty="0"/>
          </a:p>
          <a:p>
            <a:pPr marL="342900" indent="-342900">
              <a:buFont typeface="+mj-lt"/>
              <a:buAutoNum type="arabicPeriod"/>
            </a:pPr>
            <a:endParaRPr lang="en-15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9A5F40E-2DFF-0149-604F-9D7FC9F34F92}"/>
              </a:ext>
            </a:extLst>
          </p:cNvPr>
          <p:cNvSpPr txBox="1">
            <a:spLocks/>
          </p:cNvSpPr>
          <p:nvPr/>
        </p:nvSpPr>
        <p:spPr>
          <a:xfrm>
            <a:off x="2069495" y="4383034"/>
            <a:ext cx="9400932" cy="1078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s-CO" dirty="0" err="1"/>
              <a:t>Create</a:t>
            </a:r>
            <a:r>
              <a:rPr lang="es-CO" dirty="0"/>
              <a:t> a new file and </a:t>
            </a:r>
            <a:r>
              <a:rPr lang="es-CO" dirty="0" err="1"/>
              <a:t>add</a:t>
            </a:r>
            <a:r>
              <a:rPr lang="es-CO" dirty="0"/>
              <a:t> </a:t>
            </a:r>
            <a:r>
              <a:rPr lang="es-CO" dirty="0" err="1"/>
              <a:t>some</a:t>
            </a:r>
            <a:r>
              <a:rPr lang="es-CO" dirty="0"/>
              <a:t> </a:t>
            </a:r>
            <a:r>
              <a:rPr lang="es-CO" dirty="0" err="1"/>
              <a:t>text</a:t>
            </a:r>
            <a:r>
              <a:rPr lang="es-CO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 err="1"/>
              <a:t>Add</a:t>
            </a:r>
            <a:r>
              <a:rPr lang="es-CO" dirty="0"/>
              <a:t> the </a:t>
            </a:r>
            <a:r>
              <a:rPr lang="es-CO" dirty="0" err="1"/>
              <a:t>changes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the </a:t>
            </a:r>
            <a:r>
              <a:rPr lang="es-CO" dirty="0" err="1"/>
              <a:t>staging</a:t>
            </a:r>
            <a:r>
              <a:rPr lang="es-CO" dirty="0"/>
              <a:t> </a:t>
            </a:r>
            <a:r>
              <a:rPr lang="es-CO" dirty="0" err="1"/>
              <a:t>area</a:t>
            </a:r>
            <a:r>
              <a:rPr lang="es-CO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 err="1"/>
              <a:t>Commit</a:t>
            </a:r>
            <a:r>
              <a:rPr lang="es-CO" dirty="0"/>
              <a:t> </a:t>
            </a:r>
            <a:r>
              <a:rPr lang="es-CO" dirty="0" err="1"/>
              <a:t>them</a:t>
            </a:r>
            <a:r>
              <a:rPr lang="es-CO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s-CO" dirty="0"/>
          </a:p>
          <a:p>
            <a:pPr marL="342900" indent="-342900">
              <a:buFont typeface="+mj-lt"/>
              <a:buAutoNum type="arabicPeriod"/>
            </a:pPr>
            <a:endParaRPr lang="es-CO" dirty="0"/>
          </a:p>
          <a:p>
            <a:pPr marL="342900" indent="-342900">
              <a:buFont typeface="+mj-lt"/>
              <a:buAutoNum type="arabicPeriod"/>
            </a:pPr>
            <a:endParaRPr lang="en-15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3264E1-784C-AD5A-EAF5-AB4EC5B875B3}"/>
              </a:ext>
            </a:extLst>
          </p:cNvPr>
          <p:cNvSpPr txBox="1">
            <a:spLocks/>
          </p:cNvSpPr>
          <p:nvPr/>
        </p:nvSpPr>
        <p:spPr>
          <a:xfrm>
            <a:off x="695357" y="2089517"/>
            <a:ext cx="10775071" cy="49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9pPr>
          </a:lstStyle>
          <a:p>
            <a:r>
              <a:rPr lang="es-CO" sz="2800" dirty="0" err="1"/>
              <a:t>Exercise</a:t>
            </a:r>
            <a:r>
              <a:rPr lang="es-CO" sz="2800" dirty="0"/>
              <a:t> 2</a:t>
            </a:r>
            <a:endParaRPr lang="en-150" sz="28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E3BE845-B448-A5D4-37BF-971D6F3C5DA1}"/>
              </a:ext>
            </a:extLst>
          </p:cNvPr>
          <p:cNvSpPr txBox="1">
            <a:spLocks/>
          </p:cNvSpPr>
          <p:nvPr/>
        </p:nvSpPr>
        <p:spPr>
          <a:xfrm>
            <a:off x="695356" y="3892633"/>
            <a:ext cx="10775071" cy="49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9pPr>
          </a:lstStyle>
          <a:p>
            <a:r>
              <a:rPr lang="es-CO" sz="2800" dirty="0" err="1"/>
              <a:t>Exercise</a:t>
            </a:r>
            <a:r>
              <a:rPr lang="es-CO" sz="2800" dirty="0"/>
              <a:t> 3</a:t>
            </a:r>
            <a:endParaRPr lang="en-150" sz="2800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E8C92CE-D234-6D10-1645-47857C1D855B}"/>
              </a:ext>
            </a:extLst>
          </p:cNvPr>
          <p:cNvSpPr txBox="1">
            <a:spLocks/>
          </p:cNvSpPr>
          <p:nvPr/>
        </p:nvSpPr>
        <p:spPr>
          <a:xfrm>
            <a:off x="7456761" y="2357713"/>
            <a:ext cx="5325200" cy="12153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fontScale="92500" lnSpcReduction="10000"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s-CO" sz="1700" b="1" dirty="0"/>
              <a:t>Notes</a:t>
            </a:r>
          </a:p>
          <a:p>
            <a:r>
              <a:rPr lang="es-CO" dirty="0"/>
              <a:t>Run </a:t>
            </a:r>
            <a:r>
              <a:rPr lang="es-CO" dirty="0" err="1"/>
              <a:t>git</a:t>
            </a:r>
            <a:r>
              <a:rPr lang="es-CO" dirty="0"/>
              <a:t> status after </a:t>
            </a:r>
            <a:r>
              <a:rPr lang="es-CO" dirty="0" err="1"/>
              <a:t>every</a:t>
            </a:r>
            <a:r>
              <a:rPr lang="es-CO" dirty="0"/>
              <a:t> step.</a:t>
            </a:r>
          </a:p>
          <a:p>
            <a:r>
              <a:rPr lang="es-CO" dirty="0"/>
              <a:t>Run </a:t>
            </a:r>
            <a:r>
              <a:rPr lang="es-CO" dirty="0" err="1"/>
              <a:t>git</a:t>
            </a:r>
            <a:r>
              <a:rPr lang="es-CO" dirty="0"/>
              <a:t> log after step 3.</a:t>
            </a:r>
          </a:p>
          <a:p>
            <a:r>
              <a:rPr lang="es-CO" dirty="0" err="1"/>
              <a:t>Repeat</a:t>
            </a:r>
            <a:r>
              <a:rPr lang="es-CO" dirty="0"/>
              <a:t> the </a:t>
            </a:r>
            <a:r>
              <a:rPr lang="es-CO" dirty="0" err="1"/>
              <a:t>exercise</a:t>
            </a:r>
            <a:r>
              <a:rPr lang="es-CO" dirty="0"/>
              <a:t> a </a:t>
            </a:r>
            <a:r>
              <a:rPr lang="es-CO" dirty="0" err="1"/>
              <a:t>couple</a:t>
            </a:r>
            <a:r>
              <a:rPr lang="es-CO" dirty="0"/>
              <a:t> of times</a:t>
            </a:r>
          </a:p>
        </p:txBody>
      </p:sp>
    </p:spTree>
    <p:extLst>
      <p:ext uri="{BB962C8B-B14F-4D97-AF65-F5344CB8AC3E}">
        <p14:creationId xmlns:p14="http://schemas.microsoft.com/office/powerpoint/2010/main" val="2512230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4" grpId="0" animBg="1"/>
      <p:bldP spid="5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8" name="Vertical Text Placeholder 18"/>
          <p:cNvSpPr txBox="1">
            <a:spLocks noGrp="1"/>
          </p:cNvSpPr>
          <p:nvPr>
            <p:ph type="body" idx="1"/>
          </p:nvPr>
        </p:nvSpPr>
        <p:spPr>
          <a:xfrm>
            <a:off x="698498" y="718513"/>
            <a:ext cx="10798176" cy="5229851"/>
          </a:xfrm>
          <a:prstGeom prst="rect">
            <a:avLst/>
          </a:prstGeom>
        </p:spPr>
        <p:txBody>
          <a:bodyPr/>
          <a:lstStyle/>
          <a:p>
            <a:r>
              <a:rPr lang="en-GB" sz="4400" b="0" i="0" u="none" strike="noStrike" dirty="0">
                <a:solidFill>
                  <a:srgbClr val="383838"/>
                </a:solidFill>
                <a:effectLst/>
                <a:highlight>
                  <a:srgbClr val="FFFFFF"/>
                </a:highlight>
                <a:latin typeface="Mulish"/>
              </a:rPr>
              <a:t>Break</a:t>
            </a:r>
            <a:endParaRPr lang="en-NL" sz="4400" b="0" i="0" u="none" strike="noStrike" dirty="0">
              <a:solidFill>
                <a:srgbClr val="383838"/>
              </a:solidFill>
              <a:effectLst/>
              <a:highlight>
                <a:srgbClr val="FFFFFF"/>
              </a:highlight>
              <a:latin typeface="Mulish"/>
            </a:endParaRPr>
          </a:p>
        </p:txBody>
      </p:sp>
    </p:spTree>
    <p:extLst>
      <p:ext uri="{BB962C8B-B14F-4D97-AF65-F5344CB8AC3E}">
        <p14:creationId xmlns:p14="http://schemas.microsoft.com/office/powerpoint/2010/main" val="3278741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F3D83-CCF4-49FE-008B-A1CAC7929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929" y="307363"/>
            <a:ext cx="10775071" cy="490401"/>
          </a:xfrm>
        </p:spPr>
        <p:txBody>
          <a:bodyPr/>
          <a:lstStyle/>
          <a:p>
            <a:r>
              <a:rPr lang="en-GB" dirty="0"/>
              <a:t>Key takeaways</a:t>
            </a:r>
            <a:endParaRPr lang="en-1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D3C1F-E365-CF8C-0F55-FF9268F66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6929" y="931792"/>
            <a:ext cx="10773500" cy="4356464"/>
          </a:xfrm>
        </p:spPr>
        <p:txBody>
          <a:bodyPr>
            <a:normAutofit/>
          </a:bodyPr>
          <a:lstStyle/>
          <a:p>
            <a:r>
              <a:rPr lang="en-US" sz="2000" dirty="0"/>
              <a:t>Git uses the pattern 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</a:rPr>
              <a:t>git &lt;verb&gt; &lt;--options&gt;</a:t>
            </a:r>
          </a:p>
          <a:p>
            <a:r>
              <a:rPr lang="en-GB" sz="2000" dirty="0"/>
              <a:t>For setting up your name and email</a:t>
            </a:r>
          </a:p>
          <a:p>
            <a:pPr lvl="1"/>
            <a:r>
              <a:rPr lang="en-GB" sz="2000" dirty="0">
                <a:latin typeface="Consolas" panose="020B0609020204030204" pitchFamily="49" charset="0"/>
              </a:rPr>
              <a:t>git config --global user.name “</a:t>
            </a:r>
            <a:r>
              <a:rPr lang="es-CO" sz="2000" dirty="0" err="1">
                <a:latin typeface="Consolas" panose="020B0609020204030204" pitchFamily="49" charset="0"/>
              </a:rPr>
              <a:t>your</a:t>
            </a:r>
            <a:r>
              <a:rPr lang="es-CO" sz="2000" dirty="0">
                <a:latin typeface="Consolas" panose="020B0609020204030204" pitchFamily="49" charset="0"/>
              </a:rPr>
              <a:t> </a:t>
            </a:r>
            <a:r>
              <a:rPr lang="es-CO" sz="2000" dirty="0" err="1">
                <a:latin typeface="Consolas" panose="020B0609020204030204" pitchFamily="49" charset="0"/>
              </a:rPr>
              <a:t>name</a:t>
            </a:r>
            <a:r>
              <a:rPr lang="en-GB" sz="2000" dirty="0">
                <a:latin typeface="Consolas" panose="020B0609020204030204" pitchFamily="49" charset="0"/>
              </a:rPr>
              <a:t>”</a:t>
            </a:r>
          </a:p>
          <a:p>
            <a:pPr lvl="1"/>
            <a:r>
              <a:rPr lang="en-GB" sz="2000" dirty="0">
                <a:latin typeface="Consolas" panose="020B0609020204030204" pitchFamily="49" charset="0"/>
              </a:rPr>
              <a:t>git config --global </a:t>
            </a:r>
            <a:r>
              <a:rPr lang="en-GB" sz="2000" dirty="0" err="1">
                <a:latin typeface="Consolas" panose="020B0609020204030204" pitchFamily="49" charset="0"/>
              </a:rPr>
              <a:t>user.email</a:t>
            </a:r>
            <a:r>
              <a:rPr lang="en-GB" sz="2000" dirty="0">
                <a:latin typeface="Consolas" panose="020B0609020204030204" pitchFamily="49" charset="0"/>
              </a:rPr>
              <a:t> your@email.com</a:t>
            </a:r>
          </a:p>
          <a:p>
            <a:r>
              <a:rPr lang="es-CO" sz="2000" dirty="0" err="1"/>
              <a:t>To</a:t>
            </a:r>
            <a:r>
              <a:rPr lang="es-CO" sz="2000" dirty="0"/>
              <a:t> </a:t>
            </a:r>
            <a:r>
              <a:rPr lang="es-CO" sz="2000" dirty="0" err="1"/>
              <a:t>initialize</a:t>
            </a:r>
            <a:r>
              <a:rPr lang="es-CO" sz="2000" dirty="0"/>
              <a:t> a </a:t>
            </a:r>
            <a:r>
              <a:rPr lang="es-CO" sz="2000" dirty="0" err="1"/>
              <a:t>repository</a:t>
            </a:r>
            <a:r>
              <a:rPr lang="es-CO" sz="2000" dirty="0"/>
              <a:t>, </a:t>
            </a:r>
            <a:r>
              <a:rPr lang="es-CO" sz="2000" dirty="0" err="1"/>
              <a:t>we</a:t>
            </a:r>
            <a:r>
              <a:rPr lang="es-CO" sz="2000" dirty="0"/>
              <a:t> use </a:t>
            </a:r>
            <a:r>
              <a:rPr lang="es-CO" sz="2000" dirty="0" err="1">
                <a:latin typeface="Consolas" panose="020B0609020204030204" pitchFamily="49" charset="0"/>
                <a:ea typeface="Roboto Slab" pitchFamily="2" charset="0"/>
                <a:cs typeface="Roboto Slab" pitchFamily="2" charset="0"/>
              </a:rPr>
              <a:t>git</a:t>
            </a:r>
            <a:r>
              <a:rPr lang="es-CO" sz="2000" dirty="0">
                <a:latin typeface="Consolas" panose="020B0609020204030204" pitchFamily="49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es-CO" sz="2000" dirty="0" err="1">
                <a:latin typeface="Consolas" panose="020B0609020204030204" pitchFamily="49" charset="0"/>
                <a:ea typeface="Roboto Slab" pitchFamily="2" charset="0"/>
                <a:cs typeface="Roboto Slab" pitchFamily="2" charset="0"/>
              </a:rPr>
              <a:t>init</a:t>
            </a:r>
            <a:endParaRPr lang="es-CO" sz="2000" dirty="0">
              <a:latin typeface="Consolas" panose="020B0609020204030204" pitchFamily="49" charset="0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7C55540-9896-3835-C82A-2E7D1A4C67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68846" y="3532903"/>
            <a:ext cx="9023154" cy="3162456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DF20C10-DED2-530A-8775-3CE76F3C647C}"/>
              </a:ext>
            </a:extLst>
          </p:cNvPr>
          <p:cNvSpPr txBox="1">
            <a:spLocks/>
          </p:cNvSpPr>
          <p:nvPr/>
        </p:nvSpPr>
        <p:spPr>
          <a:xfrm>
            <a:off x="742836" y="3681758"/>
            <a:ext cx="3552550" cy="174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CO" sz="2000" dirty="0" err="1"/>
              <a:t>We</a:t>
            </a:r>
            <a:r>
              <a:rPr lang="es-CO" sz="2000" dirty="0"/>
              <a:t> can </a:t>
            </a:r>
            <a:r>
              <a:rPr lang="es-CO" sz="2000" dirty="0" err="1"/>
              <a:t>commit</a:t>
            </a:r>
            <a:r>
              <a:rPr lang="es-CO" sz="2000" dirty="0"/>
              <a:t> </a:t>
            </a:r>
            <a:r>
              <a:rPr lang="es-CO" sz="2000" dirty="0" err="1"/>
              <a:t>our</a:t>
            </a:r>
            <a:r>
              <a:rPr lang="es-CO" sz="2000" dirty="0"/>
              <a:t> </a:t>
            </a:r>
            <a:r>
              <a:rPr lang="es-CO" sz="2000" dirty="0" err="1"/>
              <a:t>changes</a:t>
            </a:r>
            <a:r>
              <a:rPr lang="es-CO" sz="2000" dirty="0"/>
              <a:t> </a:t>
            </a:r>
            <a:r>
              <a:rPr lang="es-CO" sz="2000" dirty="0" err="1"/>
              <a:t>with</a:t>
            </a:r>
            <a:r>
              <a:rPr lang="es-CO" sz="2000" dirty="0"/>
              <a:t> </a:t>
            </a:r>
          </a:p>
          <a:p>
            <a:pPr lvl="1"/>
            <a:r>
              <a:rPr lang="es-CO" sz="2000" dirty="0" err="1">
                <a:latin typeface="Consolas" panose="020B0609020204030204" pitchFamily="49" charset="0"/>
              </a:rPr>
              <a:t>git</a:t>
            </a:r>
            <a:r>
              <a:rPr lang="es-CO" sz="2000" dirty="0">
                <a:latin typeface="Consolas" panose="020B0609020204030204" pitchFamily="49" charset="0"/>
              </a:rPr>
              <a:t> </a:t>
            </a:r>
            <a:r>
              <a:rPr lang="es-CO" sz="2000" dirty="0" err="1">
                <a:latin typeface="Consolas" panose="020B0609020204030204" pitchFamily="49" charset="0"/>
              </a:rPr>
              <a:t>add</a:t>
            </a:r>
            <a:endParaRPr lang="es-CO" sz="2000" dirty="0">
              <a:latin typeface="Consolas" panose="020B0609020204030204" pitchFamily="49" charset="0"/>
            </a:endParaRPr>
          </a:p>
          <a:p>
            <a:pPr lvl="1"/>
            <a:r>
              <a:rPr lang="es-CO" sz="2000" dirty="0" err="1">
                <a:latin typeface="Consolas" panose="020B0609020204030204" pitchFamily="49" charset="0"/>
              </a:rPr>
              <a:t>git</a:t>
            </a:r>
            <a:r>
              <a:rPr lang="es-CO" sz="2000" dirty="0">
                <a:latin typeface="Consolas" panose="020B0609020204030204" pitchFamily="49" charset="0"/>
              </a:rPr>
              <a:t> </a:t>
            </a:r>
            <a:r>
              <a:rPr lang="es-CO" sz="2000" dirty="0" err="1">
                <a:latin typeface="Consolas" panose="020B0609020204030204" pitchFamily="49" charset="0"/>
              </a:rPr>
              <a:t>commit</a:t>
            </a:r>
            <a:endParaRPr lang="es-CO" sz="2000" dirty="0">
              <a:latin typeface="Consolas" panose="020B0609020204030204" pitchFamily="49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75D97F6-C82B-A8EA-D3FF-E0216713B103}"/>
              </a:ext>
            </a:extLst>
          </p:cNvPr>
          <p:cNvSpPr txBox="1">
            <a:spLocks/>
          </p:cNvSpPr>
          <p:nvPr/>
        </p:nvSpPr>
        <p:spPr>
          <a:xfrm>
            <a:off x="7917878" y="699481"/>
            <a:ext cx="3877881" cy="1322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CO" sz="2000" dirty="0" err="1"/>
              <a:t>We</a:t>
            </a:r>
            <a:r>
              <a:rPr lang="es-CO" sz="2000" dirty="0"/>
              <a:t> can </a:t>
            </a:r>
            <a:r>
              <a:rPr lang="es-CO" sz="2000" dirty="0" err="1"/>
              <a:t>see</a:t>
            </a:r>
            <a:r>
              <a:rPr lang="es-CO" sz="2000" dirty="0"/>
              <a:t> </a:t>
            </a:r>
            <a:r>
              <a:rPr lang="es-CO" sz="2000" dirty="0" err="1"/>
              <a:t>our</a:t>
            </a:r>
            <a:r>
              <a:rPr lang="es-CO" sz="2000" dirty="0"/>
              <a:t> </a:t>
            </a:r>
            <a:r>
              <a:rPr lang="es-CO" sz="2000" dirty="0" err="1"/>
              <a:t>changes</a:t>
            </a:r>
            <a:r>
              <a:rPr lang="es-CO" sz="2000" dirty="0"/>
              <a:t> </a:t>
            </a:r>
            <a:r>
              <a:rPr lang="es-CO" sz="2000" dirty="0" err="1"/>
              <a:t>with</a:t>
            </a:r>
            <a:r>
              <a:rPr lang="es-CO" sz="2000" dirty="0"/>
              <a:t> </a:t>
            </a:r>
          </a:p>
          <a:p>
            <a:pPr lvl="1"/>
            <a:r>
              <a:rPr lang="es-CO" sz="2000" dirty="0" err="1">
                <a:latin typeface="Consolas" panose="020B0609020204030204" pitchFamily="49" charset="0"/>
              </a:rPr>
              <a:t>git</a:t>
            </a:r>
            <a:r>
              <a:rPr lang="es-CO" sz="2000" dirty="0">
                <a:latin typeface="Consolas" panose="020B0609020204030204" pitchFamily="49" charset="0"/>
              </a:rPr>
              <a:t> </a:t>
            </a:r>
            <a:r>
              <a:rPr lang="es-CO" sz="2000" dirty="0" err="1">
                <a:latin typeface="Consolas" panose="020B0609020204030204" pitchFamily="49" charset="0"/>
              </a:rPr>
              <a:t>diff</a:t>
            </a:r>
            <a:r>
              <a:rPr lang="es-CO" sz="2000" dirty="0">
                <a:latin typeface="Consolas" panose="020B0609020204030204" pitchFamily="49" charset="0"/>
              </a:rPr>
              <a:t> </a:t>
            </a:r>
          </a:p>
          <a:p>
            <a:pPr lvl="1"/>
            <a:r>
              <a:rPr lang="es-CO" sz="2000" dirty="0" err="1">
                <a:latin typeface="Consolas" panose="020B0609020204030204" pitchFamily="49" charset="0"/>
              </a:rPr>
              <a:t>git</a:t>
            </a:r>
            <a:r>
              <a:rPr lang="es-CO" sz="2000" dirty="0">
                <a:latin typeface="Consolas" panose="020B0609020204030204" pitchFamily="49" charset="0"/>
              </a:rPr>
              <a:t> log </a:t>
            </a:r>
            <a:endParaRPr lang="es-CO" sz="2000" dirty="0">
              <a:latin typeface="Consolas" panose="020B0609020204030204" pitchFamily="49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158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AB738-8473-FBDE-D118-C0BD27258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Today’s agenda</a:t>
            </a:r>
            <a:endParaRPr lang="en-1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61DAD-D74D-90FE-61AE-A90611AA5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1" y="1770015"/>
            <a:ext cx="3035361" cy="79101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sz="3200" dirty="0"/>
              <a:t>1. Local set up and basics</a:t>
            </a:r>
            <a:endParaRPr lang="en-150" sz="3200" dirty="0"/>
          </a:p>
        </p:txBody>
      </p:sp>
      <p:pic>
        <p:nvPicPr>
          <p:cNvPr id="5" name="Graphic 4" descr="User outline">
            <a:extLst>
              <a:ext uri="{FF2B5EF4-FFF2-40B4-BE49-F238E27FC236}">
                <a16:creationId xmlns:a16="http://schemas.microsoft.com/office/drawing/2014/main" id="{F8F78384-850E-3696-5215-7DE8E56626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969" y="4300037"/>
            <a:ext cx="1600200" cy="1600200"/>
          </a:xfrm>
          <a:prstGeom prst="rect">
            <a:avLst/>
          </a:prstGeom>
        </p:spPr>
      </p:pic>
      <p:pic>
        <p:nvPicPr>
          <p:cNvPr id="7" name="Graphic 6" descr="Users outline">
            <a:extLst>
              <a:ext uri="{FF2B5EF4-FFF2-40B4-BE49-F238E27FC236}">
                <a16:creationId xmlns:a16="http://schemas.microsoft.com/office/drawing/2014/main" id="{A49B0AEA-2C72-D472-3488-8F31AFA4C0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06633" y="4117682"/>
            <a:ext cx="2301100" cy="2301100"/>
          </a:xfrm>
          <a:prstGeom prst="rect">
            <a:avLst/>
          </a:prstGeom>
        </p:spPr>
      </p:pic>
      <p:pic>
        <p:nvPicPr>
          <p:cNvPr id="9" name="Graphic 8" descr="Dance outline">
            <a:extLst>
              <a:ext uri="{FF2B5EF4-FFF2-40B4-BE49-F238E27FC236}">
                <a16:creationId xmlns:a16="http://schemas.microsoft.com/office/drawing/2014/main" id="{6A947EC5-880F-3629-004C-CF956BAA8E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13412" y="3947004"/>
            <a:ext cx="2206799" cy="2206799"/>
          </a:xfrm>
          <a:prstGeom prst="rect">
            <a:avLst/>
          </a:prstGeom>
        </p:spPr>
      </p:pic>
      <p:pic>
        <p:nvPicPr>
          <p:cNvPr id="11" name="Picture 10" descr="A logo of a cat&#10;&#10;Description automatically generated">
            <a:extLst>
              <a:ext uri="{FF2B5EF4-FFF2-40B4-BE49-F238E27FC236}">
                <a16:creationId xmlns:a16="http://schemas.microsoft.com/office/drawing/2014/main" id="{6761C084-9D58-FBE3-2C6B-7FFE661B6F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879" y="2773264"/>
            <a:ext cx="2857500" cy="1600200"/>
          </a:xfrm>
          <a:prstGeom prst="rect">
            <a:avLst/>
          </a:prstGeom>
        </p:spPr>
      </p:pic>
      <p:pic>
        <p:nvPicPr>
          <p:cNvPr id="12" name="Picture 11" descr="A close up of a logo">
            <a:extLst>
              <a:ext uri="{FF2B5EF4-FFF2-40B4-BE49-F238E27FC236}">
                <a16:creationId xmlns:a16="http://schemas.microsoft.com/office/drawing/2014/main" id="{D1C46FF3-29F5-FFF6-2456-DAB7386AFC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86" y="3197757"/>
            <a:ext cx="2000686" cy="835451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C2FD921-289D-EA28-B447-1C01E89C7963}"/>
              </a:ext>
            </a:extLst>
          </p:cNvPr>
          <p:cNvSpPr txBox="1">
            <a:spLocks/>
          </p:cNvSpPr>
          <p:nvPr/>
        </p:nvSpPr>
        <p:spPr>
          <a:xfrm>
            <a:off x="6732654" y="1810007"/>
            <a:ext cx="3408818" cy="653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en-GB" sz="3200" dirty="0"/>
              <a:t>3. Collaboration</a:t>
            </a:r>
            <a:endParaRPr lang="en-150" sz="32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6412F06-8E51-474E-3130-EEEF5B6F57E4}"/>
              </a:ext>
            </a:extLst>
          </p:cNvPr>
          <p:cNvCxnSpPr>
            <a:cxnSpLocks/>
          </p:cNvCxnSpPr>
          <p:nvPr/>
        </p:nvCxnSpPr>
        <p:spPr>
          <a:xfrm flipH="1">
            <a:off x="2878653" y="1381669"/>
            <a:ext cx="572647" cy="1391595"/>
          </a:xfrm>
          <a:prstGeom prst="line">
            <a:avLst/>
          </a:prstGeom>
          <a:noFill/>
          <a:ln w="57150" cap="flat">
            <a:solidFill>
              <a:srgbClr val="FF6086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134D0FF-28CD-B395-C1F0-3DE3A7195F54}"/>
              </a:ext>
            </a:extLst>
          </p:cNvPr>
          <p:cNvCxnSpPr>
            <a:cxnSpLocks/>
          </p:cNvCxnSpPr>
          <p:nvPr/>
        </p:nvCxnSpPr>
        <p:spPr>
          <a:xfrm flipH="1">
            <a:off x="9564039" y="1269202"/>
            <a:ext cx="498747" cy="1471116"/>
          </a:xfrm>
          <a:prstGeom prst="line">
            <a:avLst/>
          </a:prstGeom>
          <a:noFill/>
          <a:ln w="57150" cap="flat">
            <a:solidFill>
              <a:srgbClr val="FF6086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591E6D0-6DD9-CBB9-F8EF-E2E2693D16FB}"/>
              </a:ext>
            </a:extLst>
          </p:cNvPr>
          <p:cNvCxnSpPr>
            <a:cxnSpLocks/>
          </p:cNvCxnSpPr>
          <p:nvPr/>
        </p:nvCxnSpPr>
        <p:spPr>
          <a:xfrm flipH="1">
            <a:off x="6233986" y="1348723"/>
            <a:ext cx="572647" cy="1391595"/>
          </a:xfrm>
          <a:prstGeom prst="line">
            <a:avLst/>
          </a:prstGeom>
          <a:noFill/>
          <a:ln w="57150" cap="flat">
            <a:solidFill>
              <a:srgbClr val="FF6086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26" name="Graphic 25" descr="User outline">
            <a:extLst>
              <a:ext uri="{FF2B5EF4-FFF2-40B4-BE49-F238E27FC236}">
                <a16:creationId xmlns:a16="http://schemas.microsoft.com/office/drawing/2014/main" id="{47F3A060-B292-6E12-25A3-CD68B2643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0836" y="4352241"/>
            <a:ext cx="1600200" cy="1600200"/>
          </a:xfrm>
          <a:prstGeom prst="rect">
            <a:avLst/>
          </a:prstGeom>
        </p:spPr>
      </p:pic>
      <p:pic>
        <p:nvPicPr>
          <p:cNvPr id="27" name="Picture 26" descr="A close up of a logo">
            <a:extLst>
              <a:ext uri="{FF2B5EF4-FFF2-40B4-BE49-F238E27FC236}">
                <a16:creationId xmlns:a16="http://schemas.microsoft.com/office/drawing/2014/main" id="{F4CF5827-DBE0-5273-D5F1-AA8E0E596B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593" y="3155639"/>
            <a:ext cx="2000686" cy="835451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3F3FC3A9-0E4B-74E4-C4CF-7DF3FFB6D3F6}"/>
              </a:ext>
            </a:extLst>
          </p:cNvPr>
          <p:cNvSpPr txBox="1">
            <a:spLocks/>
          </p:cNvSpPr>
          <p:nvPr/>
        </p:nvSpPr>
        <p:spPr>
          <a:xfrm>
            <a:off x="3287973" y="1749901"/>
            <a:ext cx="3035361" cy="791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Tx/>
              <a:buNone/>
            </a:pPr>
            <a:r>
              <a:rPr lang="en-GB" sz="3200" dirty="0"/>
              <a:t>2. Basics and remote set up</a:t>
            </a:r>
            <a:endParaRPr lang="en-150" sz="3200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437462C0-437D-C27B-7368-26D609936684}"/>
              </a:ext>
            </a:extLst>
          </p:cNvPr>
          <p:cNvSpPr txBox="1">
            <a:spLocks/>
          </p:cNvSpPr>
          <p:nvPr/>
        </p:nvSpPr>
        <p:spPr>
          <a:xfrm>
            <a:off x="9945754" y="1810006"/>
            <a:ext cx="3408818" cy="653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en-GB" sz="3200" dirty="0"/>
              <a:t>Celebration!</a:t>
            </a:r>
            <a:endParaRPr lang="en-150" sz="3200" dirty="0"/>
          </a:p>
        </p:txBody>
      </p:sp>
    </p:spTree>
    <p:extLst>
      <p:ext uri="{BB962C8B-B14F-4D97-AF65-F5344CB8AC3E}">
        <p14:creationId xmlns:p14="http://schemas.microsoft.com/office/powerpoint/2010/main" val="285848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14" grpId="0" animBg="1"/>
      <p:bldP spid="28" grpId="0" animBg="1"/>
      <p:bldP spid="3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FAEC2-73FC-8028-E3AF-FCDCC94BC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993" y="883538"/>
            <a:ext cx="10775071" cy="490401"/>
          </a:xfrm>
        </p:spPr>
        <p:txBody>
          <a:bodyPr>
            <a:normAutofit/>
          </a:bodyPr>
          <a:lstStyle/>
          <a:p>
            <a:r>
              <a:rPr lang="es-CO" sz="2800" dirty="0" err="1"/>
              <a:t>Basics</a:t>
            </a:r>
            <a:r>
              <a:rPr lang="es-CO" sz="2800" dirty="0"/>
              <a:t> II</a:t>
            </a:r>
            <a:endParaRPr lang="en-150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D7342-7604-E64F-0EB1-4A4569798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397" y="1420999"/>
            <a:ext cx="10563667" cy="4356464"/>
          </a:xfrm>
        </p:spPr>
        <p:txBody>
          <a:bodyPr/>
          <a:lstStyle/>
          <a:p>
            <a:r>
              <a:rPr lang="es-CO" dirty="0" err="1"/>
              <a:t>How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</a:t>
            </a:r>
            <a:r>
              <a:rPr lang="es-CO" dirty="0" err="1"/>
              <a:t>see</a:t>
            </a:r>
            <a:r>
              <a:rPr lang="es-CO" dirty="0"/>
              <a:t> the </a:t>
            </a:r>
            <a:r>
              <a:rPr lang="es-CO" dirty="0" err="1"/>
              <a:t>difference</a:t>
            </a:r>
            <a:r>
              <a:rPr lang="es-CO" dirty="0"/>
              <a:t> </a:t>
            </a:r>
            <a:r>
              <a:rPr lang="es-CO" dirty="0" err="1"/>
              <a:t>with</a:t>
            </a:r>
            <a:r>
              <a:rPr lang="es-CO" dirty="0"/>
              <a:t> </a:t>
            </a:r>
            <a:r>
              <a:rPr lang="es-CO" dirty="0" err="1"/>
              <a:t>previous</a:t>
            </a:r>
            <a:r>
              <a:rPr lang="es-CO" dirty="0"/>
              <a:t> </a:t>
            </a:r>
            <a:r>
              <a:rPr lang="es-CO" dirty="0" err="1"/>
              <a:t>versions</a:t>
            </a:r>
            <a:endParaRPr lang="es-CO" dirty="0"/>
          </a:p>
          <a:p>
            <a:r>
              <a:rPr lang="es-CO" dirty="0" err="1"/>
              <a:t>How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show the </a:t>
            </a:r>
            <a:r>
              <a:rPr lang="es-CO" dirty="0" err="1"/>
              <a:t>changes</a:t>
            </a:r>
            <a:r>
              <a:rPr lang="es-CO" dirty="0"/>
              <a:t> </a:t>
            </a:r>
            <a:r>
              <a:rPr lang="es-CO" dirty="0" err="1"/>
              <a:t>introduced</a:t>
            </a:r>
            <a:r>
              <a:rPr lang="es-CO" dirty="0"/>
              <a:t> in a </a:t>
            </a:r>
            <a:r>
              <a:rPr lang="es-CO" dirty="0" err="1"/>
              <a:t>commit</a:t>
            </a:r>
            <a:endParaRPr lang="es-CO" dirty="0"/>
          </a:p>
          <a:p>
            <a:r>
              <a:rPr lang="es-CO" dirty="0" err="1"/>
              <a:t>How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ignore files</a:t>
            </a:r>
          </a:p>
          <a:p>
            <a:endParaRPr lang="es-CO" dirty="0"/>
          </a:p>
          <a:p>
            <a:endParaRPr lang="es-CO" dirty="0"/>
          </a:p>
          <a:p>
            <a:endParaRPr lang="es-CO" dirty="0"/>
          </a:p>
          <a:p>
            <a:r>
              <a:rPr lang="es-CO" dirty="0"/>
              <a:t>Guide </a:t>
            </a:r>
            <a:r>
              <a:rPr lang="es-CO" dirty="0" err="1"/>
              <a:t>to</a:t>
            </a:r>
            <a:r>
              <a:rPr lang="es-CO" dirty="0"/>
              <a:t> GitHub</a:t>
            </a:r>
          </a:p>
          <a:p>
            <a:r>
              <a:rPr lang="es-CO" dirty="0" err="1"/>
              <a:t>How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</a:t>
            </a:r>
            <a:r>
              <a:rPr lang="es-CO" dirty="0" err="1"/>
              <a:t>connect</a:t>
            </a:r>
            <a:r>
              <a:rPr lang="es-CO" dirty="0"/>
              <a:t> </a:t>
            </a:r>
            <a:r>
              <a:rPr lang="es-CO" dirty="0" err="1"/>
              <a:t>your</a:t>
            </a:r>
            <a:r>
              <a:rPr lang="es-CO" dirty="0"/>
              <a:t> local </a:t>
            </a:r>
            <a:r>
              <a:rPr lang="es-CO" dirty="0" err="1"/>
              <a:t>computer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the remote </a:t>
            </a:r>
            <a:r>
              <a:rPr lang="es-CO" dirty="0" err="1"/>
              <a:t>storage</a:t>
            </a:r>
            <a:r>
              <a:rPr lang="es-CO" dirty="0"/>
              <a:t> of GitHub</a:t>
            </a:r>
          </a:p>
          <a:p>
            <a:pPr lvl="1"/>
            <a:r>
              <a:rPr lang="es-CO" dirty="0" err="1"/>
              <a:t>How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set up </a:t>
            </a:r>
            <a:r>
              <a:rPr lang="es-CO" dirty="0" err="1"/>
              <a:t>your</a:t>
            </a:r>
            <a:r>
              <a:rPr lang="es-CO" dirty="0"/>
              <a:t> SSH </a:t>
            </a:r>
            <a:r>
              <a:rPr lang="es-CO" dirty="0" err="1"/>
              <a:t>keys</a:t>
            </a:r>
            <a:endParaRPr lang="es-CO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C60BC00-F5A1-5F25-ABD0-A7F4F8370500}"/>
              </a:ext>
            </a:extLst>
          </p:cNvPr>
          <p:cNvSpPr txBox="1">
            <a:spLocks/>
          </p:cNvSpPr>
          <p:nvPr/>
        </p:nvSpPr>
        <p:spPr>
          <a:xfrm>
            <a:off x="708464" y="3058365"/>
            <a:ext cx="10775071" cy="49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9pPr>
          </a:lstStyle>
          <a:p>
            <a:r>
              <a:rPr lang="es-CO" sz="2800" dirty="0"/>
              <a:t>Remote set up</a:t>
            </a:r>
            <a:endParaRPr lang="en-150" sz="28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3F5C13-7C3C-F89B-C14A-2E6265F42641}"/>
              </a:ext>
            </a:extLst>
          </p:cNvPr>
          <p:cNvSpPr txBox="1">
            <a:spLocks/>
          </p:cNvSpPr>
          <p:nvPr/>
        </p:nvSpPr>
        <p:spPr>
          <a:xfrm>
            <a:off x="487096" y="175177"/>
            <a:ext cx="10775071" cy="49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44600" algn="l"/>
              </a:tabLst>
              <a:defRPr sz="3200" b="0" i="0" u="none" strike="noStrike" cap="none" spc="0" baseline="0">
                <a:solidFill>
                  <a:schemeClr val="accent1"/>
                </a:solidFill>
                <a:uFillTx/>
                <a:latin typeface="Roboto Slab Regular Regular"/>
                <a:ea typeface="Roboto Slab Regular Regular"/>
                <a:cs typeface="Roboto Slab Regular Regular"/>
                <a:sym typeface="Roboto Slab Regular Regular"/>
              </a:defRPr>
            </a:lvl9pPr>
          </a:lstStyle>
          <a:p>
            <a:r>
              <a:rPr lang="es-CO" dirty="0" err="1"/>
              <a:t>Part</a:t>
            </a:r>
            <a:r>
              <a:rPr lang="es-CO" dirty="0"/>
              <a:t> 2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18615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B2789997-756A-E4F6-88D7-DB29C3A833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950" t="12698" r="76791" b="14374"/>
          <a:stretch/>
        </p:blipFill>
        <p:spPr>
          <a:xfrm>
            <a:off x="561805" y="1684542"/>
            <a:ext cx="3017280" cy="38603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B126D8-3A28-2A7F-1FA0-C45921393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travel</a:t>
            </a:r>
            <a:endParaRPr lang="en-15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F1145E-4B5E-C976-E199-8CDB72BC6B7F}"/>
              </a:ext>
            </a:extLst>
          </p:cNvPr>
          <p:cNvSpPr/>
          <p:nvPr/>
        </p:nvSpPr>
        <p:spPr>
          <a:xfrm>
            <a:off x="5494874" y="2679975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raphic 5" descr="User outline">
            <a:extLst>
              <a:ext uri="{FF2B5EF4-FFF2-40B4-BE49-F238E27FC236}">
                <a16:creationId xmlns:a16="http://schemas.microsoft.com/office/drawing/2014/main" id="{2ED9E2AF-6643-8F22-94A0-77E9AF4870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10983" y="1727337"/>
            <a:ext cx="914400" cy="914400"/>
          </a:xfrm>
          <a:prstGeom prst="rect">
            <a:avLst/>
          </a:prstGeom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id="{7FC106F9-499F-D1CD-9952-D6E143AB784E}"/>
              </a:ext>
            </a:extLst>
          </p:cNvPr>
          <p:cNvSpPr/>
          <p:nvPr/>
        </p:nvSpPr>
        <p:spPr>
          <a:xfrm rot="16200000">
            <a:off x="5713561" y="2399254"/>
            <a:ext cx="473671" cy="2980728"/>
          </a:xfrm>
          <a:prstGeom prst="rightBrac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C832B4-6969-A8F0-332E-3C3E8EF43988}"/>
              </a:ext>
            </a:extLst>
          </p:cNvPr>
          <p:cNvSpPr txBox="1"/>
          <p:nvPr/>
        </p:nvSpPr>
        <p:spPr>
          <a:xfrm>
            <a:off x="4657124" y="4109981"/>
            <a:ext cx="262270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Commit</a:t>
            </a:r>
            <a:endParaRPr kumimoji="0" lang="en-150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EFFACE1-6B35-82A1-FC8B-EB0853DA44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259" t="11766" r="40482" b="15306"/>
          <a:stretch/>
        </p:blipFill>
        <p:spPr>
          <a:xfrm>
            <a:off x="606582" y="1633540"/>
            <a:ext cx="3017280" cy="386034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E2A73CF8-19BF-2623-A718-F1F09C2C43AE}"/>
              </a:ext>
            </a:extLst>
          </p:cNvPr>
          <p:cNvSpPr/>
          <p:nvPr/>
        </p:nvSpPr>
        <p:spPr>
          <a:xfrm>
            <a:off x="7517022" y="2679975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B4A502-6DAB-8E97-431A-51374C32A389}"/>
              </a:ext>
            </a:extLst>
          </p:cNvPr>
          <p:cNvSpPr/>
          <p:nvPr/>
        </p:nvSpPr>
        <p:spPr>
          <a:xfrm rot="20020040">
            <a:off x="5477635" y="2964377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D83m9c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FCF46CC-3C32-6C63-3EF8-2C1BF906C25F}"/>
              </a:ext>
            </a:extLst>
          </p:cNvPr>
          <p:cNvCxnSpPr>
            <a:stCxn id="4" idx="6"/>
            <a:endCxn id="3" idx="2"/>
          </p:cNvCxnSpPr>
          <p:nvPr/>
        </p:nvCxnSpPr>
        <p:spPr>
          <a:xfrm>
            <a:off x="6409274" y="3137175"/>
            <a:ext cx="1107748" cy="0"/>
          </a:xfrm>
          <a:prstGeom prst="straightConnector1">
            <a:avLst/>
          </a:prstGeom>
          <a:noFill/>
          <a:ln w="5715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1A6A37E-8C5D-B1D3-8184-779B9291A31B}"/>
              </a:ext>
            </a:extLst>
          </p:cNvPr>
          <p:cNvSpPr/>
          <p:nvPr/>
        </p:nvSpPr>
        <p:spPr>
          <a:xfrm rot="20020040">
            <a:off x="7510738" y="2964597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nv8si29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A538174-461B-0976-7701-307E6BC27E58}"/>
              </a:ext>
            </a:extLst>
          </p:cNvPr>
          <p:cNvSpPr/>
          <p:nvPr/>
        </p:nvSpPr>
        <p:spPr>
          <a:xfrm>
            <a:off x="9510983" y="2691842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7C05F5-568E-06E3-F46B-E9A12BD12FDD}"/>
              </a:ext>
            </a:extLst>
          </p:cNvPr>
          <p:cNvCxnSpPr>
            <a:cxnSpLocks/>
            <a:stCxn id="3" idx="6"/>
            <a:endCxn id="22" idx="2"/>
          </p:cNvCxnSpPr>
          <p:nvPr/>
        </p:nvCxnSpPr>
        <p:spPr>
          <a:xfrm>
            <a:off x="8431422" y="3137175"/>
            <a:ext cx="1079561" cy="11867"/>
          </a:xfrm>
          <a:prstGeom prst="straightConnector1">
            <a:avLst/>
          </a:prstGeom>
          <a:noFill/>
          <a:ln w="5715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63A2F44-1E8B-CEB1-76E1-97E342B845C4}"/>
              </a:ext>
            </a:extLst>
          </p:cNvPr>
          <p:cNvSpPr/>
          <p:nvPr/>
        </p:nvSpPr>
        <p:spPr>
          <a:xfrm rot="20020040">
            <a:off x="9495422" y="2918251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o10sx0i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310BEF-C765-BD5C-D582-5C76F09C5239}"/>
              </a:ext>
            </a:extLst>
          </p:cNvPr>
          <p:cNvSpPr/>
          <p:nvPr/>
        </p:nvSpPr>
        <p:spPr>
          <a:xfrm>
            <a:off x="4537735" y="3957501"/>
            <a:ext cx="2742097" cy="2339128"/>
          </a:xfrm>
          <a:prstGeom prst="rect">
            <a:avLst/>
          </a:prstGeom>
          <a:solidFill>
            <a:srgbClr val="FFFFFF">
              <a:alpha val="81000"/>
            </a:srgbClr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B8E1A5-0B33-CF51-6F0D-A03ADDAAC913}"/>
              </a:ext>
            </a:extLst>
          </p:cNvPr>
          <p:cNvSpPr/>
          <p:nvPr/>
        </p:nvSpPr>
        <p:spPr>
          <a:xfrm>
            <a:off x="9590906" y="1303815"/>
            <a:ext cx="754553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HEAD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7191F8-4C27-C469-913F-673E135EBC8E}"/>
              </a:ext>
            </a:extLst>
          </p:cNvPr>
          <p:cNvSpPr/>
          <p:nvPr/>
        </p:nvSpPr>
        <p:spPr>
          <a:xfrm>
            <a:off x="7386485" y="1303815"/>
            <a:ext cx="1194027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HEAD~1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389E92-47C8-5620-2309-4B5233A2D23B}"/>
              </a:ext>
            </a:extLst>
          </p:cNvPr>
          <p:cNvSpPr/>
          <p:nvPr/>
        </p:nvSpPr>
        <p:spPr>
          <a:xfrm>
            <a:off x="5352661" y="1307308"/>
            <a:ext cx="1194027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HEAD~2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54822A50-CC1A-2CBA-1CC0-398C386BA2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6763" t="12232" r="4978" b="14840"/>
          <a:stretch/>
        </p:blipFill>
        <p:spPr>
          <a:xfrm>
            <a:off x="492121" y="1635701"/>
            <a:ext cx="3017279" cy="386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360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7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0F4B2-497F-8704-3378-730F80B35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git</a:t>
            </a:r>
            <a:r>
              <a:rPr lang="es-CO" dirty="0"/>
              <a:t> </a:t>
            </a:r>
            <a:r>
              <a:rPr lang="es-CO" dirty="0" err="1"/>
              <a:t>checkout</a:t>
            </a:r>
            <a:endParaRPr lang="en-1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2DC2C-0FDA-6F30-BC0F-EAC6F0B21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F6AFA85-AE6D-7F64-4302-959506D4B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6259" y="1231900"/>
            <a:ext cx="9059481" cy="517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52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BA419-B116-BE5E-3AED-A9F32893A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464" y="604049"/>
            <a:ext cx="10775071" cy="490401"/>
          </a:xfrm>
        </p:spPr>
        <p:txBody>
          <a:bodyPr>
            <a:normAutofit fontScale="90000"/>
          </a:bodyPr>
          <a:lstStyle/>
          <a:p>
            <a:r>
              <a:rPr lang="es-CO" sz="3600" dirty="0" err="1"/>
              <a:t>Exercise</a:t>
            </a:r>
            <a:r>
              <a:rPr lang="es-CO" sz="3600" dirty="0"/>
              <a:t> 4 – The </a:t>
            </a:r>
            <a:r>
              <a:rPr lang="es-CO" sz="3600" dirty="0" err="1"/>
              <a:t>alphabet</a:t>
            </a:r>
            <a:endParaRPr lang="en-150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CF3F9-FB21-B2E2-0D5C-9B81221D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62115" y="1529552"/>
            <a:ext cx="9088020" cy="4724399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s-CO" sz="2800" dirty="0" err="1"/>
              <a:t>Create</a:t>
            </a:r>
            <a:r>
              <a:rPr lang="es-CO" sz="2800" dirty="0"/>
              <a:t> a new </a:t>
            </a:r>
            <a:r>
              <a:rPr lang="es-CO" sz="2800" dirty="0" err="1"/>
              <a:t>text</a:t>
            </a:r>
            <a:r>
              <a:rPr lang="es-CO" sz="2800" dirty="0"/>
              <a:t> file </a:t>
            </a:r>
            <a:r>
              <a:rPr lang="es-CO" sz="2800" dirty="0" err="1"/>
              <a:t>called</a:t>
            </a:r>
            <a:r>
              <a:rPr lang="es-CO" sz="2800" dirty="0"/>
              <a:t> alphabet.txt</a:t>
            </a:r>
          </a:p>
          <a:p>
            <a:pPr marL="342900" indent="-342900">
              <a:buFont typeface="+mj-lt"/>
              <a:buAutoNum type="arabicPeriod"/>
            </a:pPr>
            <a:endParaRPr lang="es-CO" sz="2800" dirty="0"/>
          </a:p>
          <a:p>
            <a:pPr marL="342900" indent="-342900">
              <a:buFont typeface="+mj-lt"/>
              <a:buAutoNum type="arabicPeriod"/>
            </a:pPr>
            <a:r>
              <a:rPr lang="es-CO" sz="2800" dirty="0" err="1"/>
              <a:t>Modify</a:t>
            </a:r>
            <a:r>
              <a:rPr lang="es-CO" sz="2800" dirty="0"/>
              <a:t> the file </a:t>
            </a:r>
            <a:r>
              <a:rPr lang="es-CO" sz="2800" dirty="0" err="1"/>
              <a:t>by</a:t>
            </a:r>
            <a:r>
              <a:rPr lang="es-CO" sz="2800" dirty="0"/>
              <a:t> </a:t>
            </a:r>
            <a:r>
              <a:rPr lang="es-CO" sz="2800" dirty="0" err="1"/>
              <a:t>adding</a:t>
            </a:r>
            <a:r>
              <a:rPr lang="es-CO" sz="2800" dirty="0"/>
              <a:t> the </a:t>
            </a:r>
            <a:r>
              <a:rPr lang="es-CO" sz="2800" dirty="0" err="1"/>
              <a:t>letter</a:t>
            </a:r>
            <a:r>
              <a:rPr lang="es-CO" sz="2800" dirty="0"/>
              <a:t> “A”. 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2800" dirty="0" err="1"/>
              <a:t>Add</a:t>
            </a:r>
            <a:r>
              <a:rPr lang="es-CO" sz="2800" dirty="0"/>
              <a:t> and </a:t>
            </a:r>
            <a:r>
              <a:rPr lang="es-CO" sz="2800" dirty="0" err="1"/>
              <a:t>commit</a:t>
            </a:r>
            <a:r>
              <a:rPr lang="es-CO" sz="2800" dirty="0"/>
              <a:t> </a:t>
            </a:r>
            <a:r>
              <a:rPr lang="es-CO" sz="2800" dirty="0" err="1"/>
              <a:t>those</a:t>
            </a:r>
            <a:r>
              <a:rPr lang="es-CO" sz="2800" dirty="0"/>
              <a:t> </a:t>
            </a:r>
            <a:r>
              <a:rPr lang="es-CO" sz="2800" dirty="0" err="1"/>
              <a:t>changes</a:t>
            </a:r>
            <a:r>
              <a:rPr lang="es-CO" sz="28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2800" dirty="0" err="1"/>
              <a:t>Modify</a:t>
            </a:r>
            <a:r>
              <a:rPr lang="es-CO" sz="2800" dirty="0"/>
              <a:t> the file </a:t>
            </a:r>
            <a:r>
              <a:rPr lang="es-CO" sz="2800" dirty="0" err="1"/>
              <a:t>by</a:t>
            </a:r>
            <a:r>
              <a:rPr lang="es-CO" sz="2800" dirty="0"/>
              <a:t> </a:t>
            </a:r>
            <a:r>
              <a:rPr lang="es-CO" sz="2800" dirty="0" err="1"/>
              <a:t>adding</a:t>
            </a:r>
            <a:r>
              <a:rPr lang="es-CO" sz="2800" dirty="0"/>
              <a:t> the </a:t>
            </a:r>
            <a:r>
              <a:rPr lang="es-CO" sz="2800" dirty="0" err="1"/>
              <a:t>letter</a:t>
            </a:r>
            <a:r>
              <a:rPr lang="es-CO" sz="2800" dirty="0"/>
              <a:t> “B”. 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2800" dirty="0" err="1"/>
              <a:t>Add</a:t>
            </a:r>
            <a:r>
              <a:rPr lang="es-CO" sz="2800" dirty="0"/>
              <a:t> and </a:t>
            </a:r>
            <a:r>
              <a:rPr lang="es-CO" sz="2800" dirty="0" err="1"/>
              <a:t>commit</a:t>
            </a:r>
            <a:r>
              <a:rPr lang="es-CO" sz="2800" dirty="0"/>
              <a:t> </a:t>
            </a:r>
            <a:r>
              <a:rPr lang="es-CO" sz="2800" dirty="0" err="1"/>
              <a:t>those</a:t>
            </a:r>
            <a:r>
              <a:rPr lang="es-CO" sz="2800" dirty="0"/>
              <a:t> </a:t>
            </a:r>
            <a:r>
              <a:rPr lang="es-CO" sz="2800" dirty="0" err="1"/>
              <a:t>changes</a:t>
            </a:r>
            <a:r>
              <a:rPr lang="es-CO" sz="28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2800" dirty="0" err="1"/>
              <a:t>Modify</a:t>
            </a:r>
            <a:r>
              <a:rPr lang="es-CO" sz="2800" dirty="0"/>
              <a:t> the file </a:t>
            </a:r>
            <a:r>
              <a:rPr lang="es-CO" sz="2800" dirty="0" err="1"/>
              <a:t>by</a:t>
            </a:r>
            <a:r>
              <a:rPr lang="es-CO" sz="2800" dirty="0"/>
              <a:t> </a:t>
            </a:r>
            <a:r>
              <a:rPr lang="es-CO" sz="2800" dirty="0" err="1"/>
              <a:t>adding</a:t>
            </a:r>
            <a:r>
              <a:rPr lang="es-CO" sz="2800" dirty="0"/>
              <a:t> the </a:t>
            </a:r>
            <a:r>
              <a:rPr lang="es-CO" sz="2800" dirty="0" err="1"/>
              <a:t>letter</a:t>
            </a:r>
            <a:r>
              <a:rPr lang="es-CO" sz="2800" dirty="0"/>
              <a:t> “C”. 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2800" dirty="0" err="1"/>
              <a:t>Add</a:t>
            </a:r>
            <a:r>
              <a:rPr lang="es-CO" sz="2800" dirty="0"/>
              <a:t> and </a:t>
            </a:r>
            <a:r>
              <a:rPr lang="es-CO" sz="2800" dirty="0" err="1"/>
              <a:t>commit</a:t>
            </a:r>
            <a:r>
              <a:rPr lang="es-CO" sz="2800" dirty="0"/>
              <a:t> </a:t>
            </a:r>
            <a:r>
              <a:rPr lang="es-CO" sz="2800" dirty="0" err="1"/>
              <a:t>those</a:t>
            </a:r>
            <a:r>
              <a:rPr lang="es-CO" sz="2800" dirty="0"/>
              <a:t> </a:t>
            </a:r>
            <a:r>
              <a:rPr lang="es-CO" sz="2800" dirty="0" err="1"/>
              <a:t>changes</a:t>
            </a:r>
            <a:r>
              <a:rPr lang="es-CO" sz="2800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s-CO" sz="2800" dirty="0"/>
          </a:p>
          <a:p>
            <a:pPr marL="342900" indent="-342900">
              <a:buFont typeface="+mj-lt"/>
              <a:buAutoNum type="arabicPeriod"/>
            </a:pPr>
            <a:r>
              <a:rPr lang="es-CO" sz="2800" dirty="0" err="1"/>
              <a:t>Recover</a:t>
            </a:r>
            <a:r>
              <a:rPr lang="es-CO" sz="2800" dirty="0"/>
              <a:t> the versión of the file </a:t>
            </a:r>
            <a:r>
              <a:rPr lang="es-CO" sz="2800" dirty="0" err="1"/>
              <a:t>that</a:t>
            </a:r>
            <a:r>
              <a:rPr lang="es-CO" sz="2800" dirty="0"/>
              <a:t> </a:t>
            </a:r>
            <a:r>
              <a:rPr lang="es-CO" sz="2800" dirty="0" err="1"/>
              <a:t>only</a:t>
            </a:r>
            <a:r>
              <a:rPr lang="es-CO" sz="2800" dirty="0"/>
              <a:t> </a:t>
            </a:r>
            <a:r>
              <a:rPr lang="es-CO" sz="2800" dirty="0" err="1"/>
              <a:t>had</a:t>
            </a:r>
            <a:r>
              <a:rPr lang="es-CO" sz="2800" dirty="0"/>
              <a:t> “A” in </a:t>
            </a:r>
            <a:r>
              <a:rPr lang="es-CO" sz="2800" dirty="0" err="1"/>
              <a:t>it</a:t>
            </a:r>
            <a:r>
              <a:rPr lang="es-CO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720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4F8CA-FCFB-362E-3999-7E016C9C2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Key </a:t>
            </a:r>
            <a:r>
              <a:rPr lang="es-CO" dirty="0" err="1"/>
              <a:t>takeaways</a:t>
            </a:r>
            <a:endParaRPr lang="en-1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46EDD-BFB0-4504-4A2D-138D0A3C9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git diff displays differences between commits.</a:t>
            </a:r>
          </a:p>
          <a:p>
            <a:r>
              <a:rPr lang="en-US" sz="3200" dirty="0"/>
              <a:t>git checkout recovers old versions of files.</a:t>
            </a:r>
          </a:p>
          <a:p>
            <a:r>
              <a:rPr lang="en-US" sz="3200" dirty="0"/>
              <a:t>The .</a:t>
            </a:r>
            <a:r>
              <a:rPr lang="en-US" sz="3200" dirty="0" err="1"/>
              <a:t>gitignore</a:t>
            </a:r>
            <a:r>
              <a:rPr lang="en-US" sz="3200" dirty="0"/>
              <a:t> file tells Git what files to ignore.</a:t>
            </a:r>
            <a:endParaRPr lang="en-150" sz="3200" dirty="0"/>
          </a:p>
        </p:txBody>
      </p:sp>
    </p:spTree>
    <p:extLst>
      <p:ext uri="{BB962C8B-B14F-4D97-AF65-F5344CB8AC3E}">
        <p14:creationId xmlns:p14="http://schemas.microsoft.com/office/powerpoint/2010/main" val="80098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B1A2B-8A23-D18E-9BA6-CBF3B1F4C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Let’s</a:t>
            </a:r>
            <a:r>
              <a:rPr lang="es-CO" dirty="0"/>
              <a:t> </a:t>
            </a:r>
            <a:r>
              <a:rPr lang="es-CO" dirty="0" err="1"/>
              <a:t>create</a:t>
            </a:r>
            <a:r>
              <a:rPr lang="es-CO" dirty="0"/>
              <a:t> a remote </a:t>
            </a:r>
            <a:r>
              <a:rPr lang="es-CO" dirty="0" err="1"/>
              <a:t>repository</a:t>
            </a:r>
            <a:r>
              <a:rPr lang="es-CO" dirty="0"/>
              <a:t>!</a:t>
            </a:r>
            <a:endParaRPr lang="en-150" dirty="0"/>
          </a:p>
        </p:txBody>
      </p:sp>
      <p:pic>
        <p:nvPicPr>
          <p:cNvPr id="4" name="Picture 3" descr="A logo of a cat&#10;&#10;Description automatically generated">
            <a:extLst>
              <a:ext uri="{FF2B5EF4-FFF2-40B4-BE49-F238E27FC236}">
                <a16:creationId xmlns:a16="http://schemas.microsoft.com/office/drawing/2014/main" id="{36F82B84-CBFF-2AEF-9DF0-31160AC13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486" y="1449780"/>
            <a:ext cx="3198256" cy="179102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A220B7E-C65F-A8CB-0107-57DAE6B99CA4}"/>
              </a:ext>
            </a:extLst>
          </p:cNvPr>
          <p:cNvSpPr/>
          <p:nvPr/>
        </p:nvSpPr>
        <p:spPr>
          <a:xfrm>
            <a:off x="6466970" y="4709799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raphic 5" descr="User outline">
            <a:extLst>
              <a:ext uri="{FF2B5EF4-FFF2-40B4-BE49-F238E27FC236}">
                <a16:creationId xmlns:a16="http://schemas.microsoft.com/office/drawing/2014/main" id="{EEC2AEFB-BFE3-8DF1-F473-0BB0A9BA9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3079" y="3757161"/>
            <a:ext cx="914400" cy="9144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92C9BD5-85C6-E3C9-441A-EEFD9C0763E8}"/>
              </a:ext>
            </a:extLst>
          </p:cNvPr>
          <p:cNvSpPr/>
          <p:nvPr/>
        </p:nvSpPr>
        <p:spPr>
          <a:xfrm>
            <a:off x="8489118" y="4709799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CE5203-5250-8CD6-FDC7-9300AA9698B4}"/>
              </a:ext>
            </a:extLst>
          </p:cNvPr>
          <p:cNvSpPr/>
          <p:nvPr/>
        </p:nvSpPr>
        <p:spPr>
          <a:xfrm rot="20020040">
            <a:off x="6449731" y="4994201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D83m9c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E61F8C-D639-AC64-F4F9-198E96A6556F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7381370" y="5166999"/>
            <a:ext cx="1107748" cy="0"/>
          </a:xfrm>
          <a:prstGeom prst="straightConnector1">
            <a:avLst/>
          </a:prstGeom>
          <a:noFill/>
          <a:ln w="5715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49B19EE-2F0D-43A9-EF08-1F0FF359C676}"/>
              </a:ext>
            </a:extLst>
          </p:cNvPr>
          <p:cNvSpPr/>
          <p:nvPr/>
        </p:nvSpPr>
        <p:spPr>
          <a:xfrm rot="20020040">
            <a:off x="8482834" y="4994421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nv8si29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E2CF614-0D83-0C63-04F6-A355C4DB7124}"/>
              </a:ext>
            </a:extLst>
          </p:cNvPr>
          <p:cNvSpPr/>
          <p:nvPr/>
        </p:nvSpPr>
        <p:spPr>
          <a:xfrm>
            <a:off x="10483079" y="4721666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D71DCB-7751-642D-B262-4BFE942F59B0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9403518" y="5166999"/>
            <a:ext cx="1079561" cy="11867"/>
          </a:xfrm>
          <a:prstGeom prst="straightConnector1">
            <a:avLst/>
          </a:prstGeom>
          <a:noFill/>
          <a:ln w="5715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A0CFF08-CF3F-6C3B-5CE2-B5FB515BB861}"/>
              </a:ext>
            </a:extLst>
          </p:cNvPr>
          <p:cNvSpPr/>
          <p:nvPr/>
        </p:nvSpPr>
        <p:spPr>
          <a:xfrm rot="20020040">
            <a:off x="10467518" y="4948075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o10sx0i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1D80B33-F25E-CF22-CD54-E076C808D6FE}"/>
              </a:ext>
            </a:extLst>
          </p:cNvPr>
          <p:cNvSpPr/>
          <p:nvPr/>
        </p:nvSpPr>
        <p:spPr>
          <a:xfrm>
            <a:off x="6401893" y="2030526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ED4504-388D-9ECE-5EB6-6A1C39BCC9B8}"/>
              </a:ext>
            </a:extLst>
          </p:cNvPr>
          <p:cNvSpPr/>
          <p:nvPr/>
        </p:nvSpPr>
        <p:spPr>
          <a:xfrm>
            <a:off x="8424041" y="2030526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9E3F9B-8AE0-C266-EB23-8DDBF08A90B2}"/>
              </a:ext>
            </a:extLst>
          </p:cNvPr>
          <p:cNvSpPr/>
          <p:nvPr/>
        </p:nvSpPr>
        <p:spPr>
          <a:xfrm rot="20020040">
            <a:off x="6384654" y="2314928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D83m9c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41705B-4446-22AB-BD9C-C4BE03C7A879}"/>
              </a:ext>
            </a:extLst>
          </p:cNvPr>
          <p:cNvCxnSpPr>
            <a:stCxn id="17" idx="6"/>
            <a:endCxn id="19" idx="2"/>
          </p:cNvCxnSpPr>
          <p:nvPr/>
        </p:nvCxnSpPr>
        <p:spPr>
          <a:xfrm>
            <a:off x="7316293" y="2487726"/>
            <a:ext cx="1107748" cy="0"/>
          </a:xfrm>
          <a:prstGeom prst="straightConnector1">
            <a:avLst/>
          </a:prstGeom>
          <a:noFill/>
          <a:ln w="5715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8C8E010-05FB-0799-0BE7-0BE2146175B9}"/>
              </a:ext>
            </a:extLst>
          </p:cNvPr>
          <p:cNvSpPr/>
          <p:nvPr/>
        </p:nvSpPr>
        <p:spPr>
          <a:xfrm rot="20020040">
            <a:off x="8417757" y="2315148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nv8si29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285452C-450E-34EA-AEDA-E4071AF6FBF0}"/>
              </a:ext>
            </a:extLst>
          </p:cNvPr>
          <p:cNvSpPr/>
          <p:nvPr/>
        </p:nvSpPr>
        <p:spPr>
          <a:xfrm>
            <a:off x="10418002" y="2042393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2E4E383-5AC5-EC49-833B-743F35175486}"/>
              </a:ext>
            </a:extLst>
          </p:cNvPr>
          <p:cNvCxnSpPr>
            <a:cxnSpLocks/>
            <a:stCxn id="19" idx="6"/>
            <a:endCxn id="23" idx="2"/>
          </p:cNvCxnSpPr>
          <p:nvPr/>
        </p:nvCxnSpPr>
        <p:spPr>
          <a:xfrm>
            <a:off x="9338441" y="2487726"/>
            <a:ext cx="1079561" cy="11867"/>
          </a:xfrm>
          <a:prstGeom prst="straightConnector1">
            <a:avLst/>
          </a:prstGeom>
          <a:noFill/>
          <a:ln w="5715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3300890-FB3A-B684-D37D-288E1E2A417C}"/>
              </a:ext>
            </a:extLst>
          </p:cNvPr>
          <p:cNvSpPr/>
          <p:nvPr/>
        </p:nvSpPr>
        <p:spPr>
          <a:xfrm rot="20020040">
            <a:off x="10402441" y="2268802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o10sx0i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raphic 26" descr="Laptop outline">
            <a:extLst>
              <a:ext uri="{FF2B5EF4-FFF2-40B4-BE49-F238E27FC236}">
                <a16:creationId xmlns:a16="http://schemas.microsoft.com/office/drawing/2014/main" id="{FC862AA5-941E-358A-A7E8-23C1197064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71832" y="3971953"/>
            <a:ext cx="2390091" cy="2390091"/>
          </a:xfrm>
          <a:prstGeom prst="rect">
            <a:avLst/>
          </a:prstGeom>
        </p:spPr>
      </p:pic>
      <p:pic>
        <p:nvPicPr>
          <p:cNvPr id="31" name="Graphic 30" descr="Cloud outline">
            <a:extLst>
              <a:ext uri="{FF2B5EF4-FFF2-40B4-BE49-F238E27FC236}">
                <a16:creationId xmlns:a16="http://schemas.microsoft.com/office/drawing/2014/main" id="{D28CAA23-5D08-2D1A-9F6B-CE0C37A63149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96201" y="-607231"/>
            <a:ext cx="6718787" cy="512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74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1178B-CEC6-9ABD-57EE-9EC6B11AC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SSH </a:t>
            </a:r>
            <a:r>
              <a:rPr lang="es-CO" dirty="0" err="1"/>
              <a:t>Keys</a:t>
            </a:r>
            <a:endParaRPr lang="en-1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5CB80-056E-56F1-3F25-9CD9CA692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97751" y="1047466"/>
            <a:ext cx="6189448" cy="2894322"/>
          </a:xfrm>
        </p:spPr>
        <p:txBody>
          <a:bodyPr/>
          <a:lstStyle/>
          <a:p>
            <a:r>
              <a:rPr lang="en-GB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Roboto Slab" pitchFamily="2" charset="0"/>
                <a:ea typeface="Roboto Slab" pitchFamily="2" charset="0"/>
                <a:cs typeface="Roboto Slab" pitchFamily="2" charset="0"/>
              </a:rPr>
              <a:t>Open Git Bash.</a:t>
            </a:r>
          </a:p>
          <a:p>
            <a:r>
              <a:rPr lang="de-DE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ssh-keygen</a:t>
            </a:r>
            <a:r>
              <a:rPr lang="de-DE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-t ed25519 -C "your_email@example.com"</a:t>
            </a:r>
          </a:p>
          <a:p>
            <a:pPr lvl="1"/>
            <a:r>
              <a:rPr lang="en-GB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&gt; Enter passphrase (empty for no passphrase): [Type a passphrase]</a:t>
            </a:r>
          </a:p>
          <a:p>
            <a:pPr lvl="1"/>
            <a:r>
              <a:rPr lang="en-GB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&gt; Enter same passphrase again: [Type passphrase again]</a:t>
            </a:r>
          </a:p>
          <a:p>
            <a:pPr lvl="1"/>
            <a:endParaRPr lang="en-GB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lvl="1"/>
            <a:r>
              <a:rPr lang="en-GB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eval "$(ssh-agent -s)“</a:t>
            </a:r>
          </a:p>
          <a:p>
            <a:pPr lvl="1"/>
            <a:r>
              <a:rPr lang="en-GB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ssh-add ~/.ssh/id_ed25519</a:t>
            </a:r>
            <a:endParaRPr lang="en-1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1026" name="Picture 2" descr="How to generate secure SSH keys">
            <a:extLst>
              <a:ext uri="{FF2B5EF4-FFF2-40B4-BE49-F238E27FC236}">
                <a16:creationId xmlns:a16="http://schemas.microsoft.com/office/drawing/2014/main" id="{5ED5F6BC-CA26-C90F-EC7D-5F7B141E6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37052"/>
            <a:ext cx="5570430" cy="3044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A2891C-5762-469A-378E-46F46C180A9A}"/>
              </a:ext>
            </a:extLst>
          </p:cNvPr>
          <p:cNvSpPr txBox="1"/>
          <p:nvPr/>
        </p:nvSpPr>
        <p:spPr>
          <a:xfrm>
            <a:off x="5793129" y="4581029"/>
            <a:ext cx="6094070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Best way, search for the documentation:</a:t>
            </a:r>
            <a:br>
              <a:rPr lang="en-US" dirty="0">
                <a:hlinkClick r:id="rId3"/>
              </a:rPr>
            </a:br>
            <a:br>
              <a:rPr lang="en-US" dirty="0">
                <a:hlinkClick r:id="rId3"/>
              </a:rPr>
            </a:br>
            <a:r>
              <a:rPr lang="en-US" dirty="0">
                <a:hlinkClick r:id="rId3"/>
              </a:rPr>
              <a:t>Generating a new SSH key and adding it to the ssh-agent - GitHub Docs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2135529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8" name="Vertical Text Placeholder 18"/>
          <p:cNvSpPr txBox="1">
            <a:spLocks noGrp="1"/>
          </p:cNvSpPr>
          <p:nvPr>
            <p:ph type="body" idx="1"/>
          </p:nvPr>
        </p:nvSpPr>
        <p:spPr>
          <a:xfrm>
            <a:off x="698498" y="718513"/>
            <a:ext cx="10798176" cy="5229851"/>
          </a:xfrm>
          <a:prstGeom prst="rect">
            <a:avLst/>
          </a:prstGeom>
        </p:spPr>
        <p:txBody>
          <a:bodyPr/>
          <a:lstStyle/>
          <a:p>
            <a:r>
              <a:rPr lang="en-GB" sz="4400" b="0" i="0" u="none" strike="noStrike" dirty="0">
                <a:solidFill>
                  <a:srgbClr val="383838"/>
                </a:solidFill>
                <a:effectLst/>
                <a:highlight>
                  <a:srgbClr val="FFFFFF"/>
                </a:highlight>
                <a:latin typeface="Mulish"/>
              </a:rPr>
              <a:t>Break</a:t>
            </a:r>
            <a:endParaRPr lang="en-NL" sz="4400" b="0" i="0" u="none" strike="noStrike" dirty="0">
              <a:solidFill>
                <a:srgbClr val="383838"/>
              </a:solidFill>
              <a:effectLst/>
              <a:highlight>
                <a:srgbClr val="FFFFFF"/>
              </a:highlight>
              <a:latin typeface="Mulish"/>
            </a:endParaRPr>
          </a:p>
        </p:txBody>
      </p:sp>
    </p:spTree>
    <p:extLst>
      <p:ext uri="{BB962C8B-B14F-4D97-AF65-F5344CB8AC3E}">
        <p14:creationId xmlns:p14="http://schemas.microsoft.com/office/powerpoint/2010/main" val="19234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AB738-8473-FBDE-D118-C0BD27258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Today’s agenda</a:t>
            </a:r>
            <a:endParaRPr lang="en-1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61DAD-D74D-90FE-61AE-A90611AA5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1" y="1770015"/>
            <a:ext cx="3035361" cy="79101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sz="3200" dirty="0"/>
              <a:t>1. Local set up and basics</a:t>
            </a:r>
            <a:endParaRPr lang="en-150" sz="3200" dirty="0"/>
          </a:p>
        </p:txBody>
      </p:sp>
      <p:pic>
        <p:nvPicPr>
          <p:cNvPr id="5" name="Graphic 4" descr="User outline">
            <a:extLst>
              <a:ext uri="{FF2B5EF4-FFF2-40B4-BE49-F238E27FC236}">
                <a16:creationId xmlns:a16="http://schemas.microsoft.com/office/drawing/2014/main" id="{F8F78384-850E-3696-5215-7DE8E56626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969" y="4300037"/>
            <a:ext cx="1600200" cy="1600200"/>
          </a:xfrm>
          <a:prstGeom prst="rect">
            <a:avLst/>
          </a:prstGeom>
        </p:spPr>
      </p:pic>
      <p:pic>
        <p:nvPicPr>
          <p:cNvPr id="7" name="Graphic 6" descr="Users outline">
            <a:extLst>
              <a:ext uri="{FF2B5EF4-FFF2-40B4-BE49-F238E27FC236}">
                <a16:creationId xmlns:a16="http://schemas.microsoft.com/office/drawing/2014/main" id="{A49B0AEA-2C72-D472-3488-8F31AFA4C0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06633" y="4117682"/>
            <a:ext cx="2301100" cy="2301100"/>
          </a:xfrm>
          <a:prstGeom prst="rect">
            <a:avLst/>
          </a:prstGeom>
        </p:spPr>
      </p:pic>
      <p:pic>
        <p:nvPicPr>
          <p:cNvPr id="9" name="Graphic 8" descr="Dance outline">
            <a:extLst>
              <a:ext uri="{FF2B5EF4-FFF2-40B4-BE49-F238E27FC236}">
                <a16:creationId xmlns:a16="http://schemas.microsoft.com/office/drawing/2014/main" id="{6A947EC5-880F-3629-004C-CF956BAA8E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13412" y="3947004"/>
            <a:ext cx="2206799" cy="2206799"/>
          </a:xfrm>
          <a:prstGeom prst="rect">
            <a:avLst/>
          </a:prstGeom>
        </p:spPr>
      </p:pic>
      <p:pic>
        <p:nvPicPr>
          <p:cNvPr id="11" name="Picture 10" descr="A logo of a cat&#10;&#10;Description automatically generated">
            <a:extLst>
              <a:ext uri="{FF2B5EF4-FFF2-40B4-BE49-F238E27FC236}">
                <a16:creationId xmlns:a16="http://schemas.microsoft.com/office/drawing/2014/main" id="{6761C084-9D58-FBE3-2C6B-7FFE661B6F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879" y="2773264"/>
            <a:ext cx="2857500" cy="1600200"/>
          </a:xfrm>
          <a:prstGeom prst="rect">
            <a:avLst/>
          </a:prstGeom>
        </p:spPr>
      </p:pic>
      <p:pic>
        <p:nvPicPr>
          <p:cNvPr id="12" name="Picture 11" descr="A close up of a logo">
            <a:extLst>
              <a:ext uri="{FF2B5EF4-FFF2-40B4-BE49-F238E27FC236}">
                <a16:creationId xmlns:a16="http://schemas.microsoft.com/office/drawing/2014/main" id="{D1C46FF3-29F5-FFF6-2456-DAB7386AFC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86" y="3197757"/>
            <a:ext cx="2000686" cy="835451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C2FD921-289D-EA28-B447-1C01E89C7963}"/>
              </a:ext>
            </a:extLst>
          </p:cNvPr>
          <p:cNvSpPr txBox="1">
            <a:spLocks/>
          </p:cNvSpPr>
          <p:nvPr/>
        </p:nvSpPr>
        <p:spPr>
          <a:xfrm>
            <a:off x="6732654" y="1810007"/>
            <a:ext cx="3408818" cy="653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en-GB" sz="3200" dirty="0"/>
              <a:t>3. Collaboration</a:t>
            </a:r>
            <a:endParaRPr lang="en-150" sz="32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6412F06-8E51-474E-3130-EEEF5B6F57E4}"/>
              </a:ext>
            </a:extLst>
          </p:cNvPr>
          <p:cNvCxnSpPr>
            <a:cxnSpLocks/>
          </p:cNvCxnSpPr>
          <p:nvPr/>
        </p:nvCxnSpPr>
        <p:spPr>
          <a:xfrm flipH="1">
            <a:off x="2878653" y="1381669"/>
            <a:ext cx="572647" cy="1391595"/>
          </a:xfrm>
          <a:prstGeom prst="line">
            <a:avLst/>
          </a:prstGeom>
          <a:noFill/>
          <a:ln w="57150" cap="flat">
            <a:solidFill>
              <a:srgbClr val="FF6086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134D0FF-28CD-B395-C1F0-3DE3A7195F54}"/>
              </a:ext>
            </a:extLst>
          </p:cNvPr>
          <p:cNvCxnSpPr>
            <a:cxnSpLocks/>
          </p:cNvCxnSpPr>
          <p:nvPr/>
        </p:nvCxnSpPr>
        <p:spPr>
          <a:xfrm flipH="1">
            <a:off x="9564039" y="1269202"/>
            <a:ext cx="498747" cy="1471116"/>
          </a:xfrm>
          <a:prstGeom prst="line">
            <a:avLst/>
          </a:prstGeom>
          <a:noFill/>
          <a:ln w="57150" cap="flat">
            <a:solidFill>
              <a:srgbClr val="FF6086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591E6D0-6DD9-CBB9-F8EF-E2E2693D16FB}"/>
              </a:ext>
            </a:extLst>
          </p:cNvPr>
          <p:cNvCxnSpPr>
            <a:cxnSpLocks/>
          </p:cNvCxnSpPr>
          <p:nvPr/>
        </p:nvCxnSpPr>
        <p:spPr>
          <a:xfrm flipH="1">
            <a:off x="6233986" y="1348723"/>
            <a:ext cx="572647" cy="1391595"/>
          </a:xfrm>
          <a:prstGeom prst="line">
            <a:avLst/>
          </a:prstGeom>
          <a:noFill/>
          <a:ln w="57150" cap="flat">
            <a:solidFill>
              <a:srgbClr val="FF6086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26" name="Graphic 25" descr="User outline">
            <a:extLst>
              <a:ext uri="{FF2B5EF4-FFF2-40B4-BE49-F238E27FC236}">
                <a16:creationId xmlns:a16="http://schemas.microsoft.com/office/drawing/2014/main" id="{47F3A060-B292-6E12-25A3-CD68B2643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0836" y="4352241"/>
            <a:ext cx="1600200" cy="1600200"/>
          </a:xfrm>
          <a:prstGeom prst="rect">
            <a:avLst/>
          </a:prstGeom>
        </p:spPr>
      </p:pic>
      <p:pic>
        <p:nvPicPr>
          <p:cNvPr id="27" name="Picture 26" descr="A close up of a logo">
            <a:extLst>
              <a:ext uri="{FF2B5EF4-FFF2-40B4-BE49-F238E27FC236}">
                <a16:creationId xmlns:a16="http://schemas.microsoft.com/office/drawing/2014/main" id="{F4CF5827-DBE0-5273-D5F1-AA8E0E596B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593" y="3155639"/>
            <a:ext cx="2000686" cy="835451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3F3FC3A9-0E4B-74E4-C4CF-7DF3FFB6D3F6}"/>
              </a:ext>
            </a:extLst>
          </p:cNvPr>
          <p:cNvSpPr txBox="1">
            <a:spLocks/>
          </p:cNvSpPr>
          <p:nvPr/>
        </p:nvSpPr>
        <p:spPr>
          <a:xfrm>
            <a:off x="3287973" y="1749901"/>
            <a:ext cx="3035361" cy="791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Tx/>
              <a:buNone/>
            </a:pPr>
            <a:r>
              <a:rPr lang="en-GB" sz="3200" dirty="0"/>
              <a:t>2. Basics and remote set up</a:t>
            </a:r>
            <a:endParaRPr lang="en-150" sz="3200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437462C0-437D-C27B-7368-26D609936684}"/>
              </a:ext>
            </a:extLst>
          </p:cNvPr>
          <p:cNvSpPr txBox="1">
            <a:spLocks/>
          </p:cNvSpPr>
          <p:nvPr/>
        </p:nvSpPr>
        <p:spPr>
          <a:xfrm>
            <a:off x="9945754" y="1810006"/>
            <a:ext cx="3408818" cy="653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Tx/>
              <a:buNone/>
            </a:pPr>
            <a:r>
              <a:rPr lang="en-GB" sz="3200" dirty="0"/>
              <a:t>Celebration!</a:t>
            </a:r>
            <a:endParaRPr lang="en-150" sz="3200" dirty="0"/>
          </a:p>
        </p:txBody>
      </p:sp>
    </p:spTree>
    <p:extLst>
      <p:ext uri="{BB962C8B-B14F-4D97-AF65-F5344CB8AC3E}">
        <p14:creationId xmlns:p14="http://schemas.microsoft.com/office/powerpoint/2010/main" val="216111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14" grpId="0" animBg="1"/>
      <p:bldP spid="28" grpId="0" animBg="1"/>
      <p:bldP spid="3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8" name="Vertical Text Placeholder 18"/>
          <p:cNvSpPr txBox="1">
            <a:spLocks noGrp="1"/>
          </p:cNvSpPr>
          <p:nvPr>
            <p:ph type="body" idx="1"/>
          </p:nvPr>
        </p:nvSpPr>
        <p:spPr>
          <a:xfrm>
            <a:off x="698498" y="718513"/>
            <a:ext cx="10798176" cy="2939087"/>
          </a:xfrm>
          <a:prstGeom prst="rect">
            <a:avLst/>
          </a:prstGeom>
        </p:spPr>
        <p:txBody>
          <a:bodyPr/>
          <a:lstStyle/>
          <a:p>
            <a:r>
              <a:rPr lang="en-GB" sz="4400" b="0" i="0" u="none" strike="noStrike" dirty="0">
                <a:solidFill>
                  <a:srgbClr val="383838"/>
                </a:solidFill>
                <a:effectLst/>
                <a:highlight>
                  <a:srgbClr val="FFFFFF"/>
                </a:highlight>
                <a:latin typeface="Mulish"/>
              </a:rPr>
              <a:t>Let’s learn about </a:t>
            </a:r>
          </a:p>
          <a:p>
            <a:r>
              <a:rPr lang="en-GB" sz="4400" b="0" i="0" u="none" strike="noStrike" dirty="0">
                <a:solidFill>
                  <a:srgbClr val="383838"/>
                </a:solidFill>
                <a:effectLst/>
                <a:highlight>
                  <a:srgbClr val="FFFFFF"/>
                </a:highlight>
                <a:latin typeface="Mulish"/>
              </a:rPr>
              <a:t>GitHub!</a:t>
            </a:r>
            <a:endParaRPr lang="en-NL" sz="4400" b="0" i="0" u="none" strike="noStrike" dirty="0">
              <a:solidFill>
                <a:srgbClr val="383838"/>
              </a:solidFill>
              <a:effectLst/>
              <a:highlight>
                <a:srgbClr val="FFFFFF"/>
              </a:highlight>
              <a:latin typeface="Mulish"/>
            </a:endParaRPr>
          </a:p>
        </p:txBody>
      </p:sp>
      <p:pic>
        <p:nvPicPr>
          <p:cNvPr id="2" name="Graphic 1" descr="Users outline">
            <a:extLst>
              <a:ext uri="{FF2B5EF4-FFF2-40B4-BE49-F238E27FC236}">
                <a16:creationId xmlns:a16="http://schemas.microsoft.com/office/drawing/2014/main" id="{070A9EB9-9BFF-BB10-3C6E-A492ED3D9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45450" y="4231982"/>
            <a:ext cx="2301100" cy="230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624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cat&#10;&#10;Description automatically generated">
            <a:extLst>
              <a:ext uri="{FF2B5EF4-FFF2-40B4-BE49-F238E27FC236}">
                <a16:creationId xmlns:a16="http://schemas.microsoft.com/office/drawing/2014/main" id="{36F82B84-CBFF-2AEF-9DF0-31160AC13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486" y="1449780"/>
            <a:ext cx="3198256" cy="179102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A220B7E-C65F-A8CB-0107-57DAE6B99CA4}"/>
              </a:ext>
            </a:extLst>
          </p:cNvPr>
          <p:cNvSpPr/>
          <p:nvPr/>
        </p:nvSpPr>
        <p:spPr>
          <a:xfrm>
            <a:off x="6466970" y="4709799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raphic 5" descr="User outline">
            <a:extLst>
              <a:ext uri="{FF2B5EF4-FFF2-40B4-BE49-F238E27FC236}">
                <a16:creationId xmlns:a16="http://schemas.microsoft.com/office/drawing/2014/main" id="{EEC2AEFB-BFE3-8DF1-F473-0BB0A9BA9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3079" y="3757161"/>
            <a:ext cx="914400" cy="9144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92C9BD5-85C6-E3C9-441A-EEFD9C0763E8}"/>
              </a:ext>
            </a:extLst>
          </p:cNvPr>
          <p:cNvSpPr/>
          <p:nvPr/>
        </p:nvSpPr>
        <p:spPr>
          <a:xfrm>
            <a:off x="8489118" y="4709799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CE5203-5250-8CD6-FDC7-9300AA9698B4}"/>
              </a:ext>
            </a:extLst>
          </p:cNvPr>
          <p:cNvSpPr/>
          <p:nvPr/>
        </p:nvSpPr>
        <p:spPr>
          <a:xfrm rot="20020040">
            <a:off x="6449731" y="4994201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D83m9c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E61F8C-D639-AC64-F4F9-198E96A6556F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7381370" y="5166999"/>
            <a:ext cx="1107748" cy="0"/>
          </a:xfrm>
          <a:prstGeom prst="straightConnector1">
            <a:avLst/>
          </a:prstGeom>
          <a:noFill/>
          <a:ln w="5715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49B19EE-2F0D-43A9-EF08-1F0FF359C676}"/>
              </a:ext>
            </a:extLst>
          </p:cNvPr>
          <p:cNvSpPr/>
          <p:nvPr/>
        </p:nvSpPr>
        <p:spPr>
          <a:xfrm rot="20020040">
            <a:off x="8482834" y="4994421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nv8si29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E2CF614-0D83-0C63-04F6-A355C4DB7124}"/>
              </a:ext>
            </a:extLst>
          </p:cNvPr>
          <p:cNvSpPr/>
          <p:nvPr/>
        </p:nvSpPr>
        <p:spPr>
          <a:xfrm>
            <a:off x="10483079" y="4721666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D71DCB-7751-642D-B262-4BFE942F59B0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9403518" y="5166999"/>
            <a:ext cx="1079561" cy="11867"/>
          </a:xfrm>
          <a:prstGeom prst="straightConnector1">
            <a:avLst/>
          </a:prstGeom>
          <a:noFill/>
          <a:ln w="5715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A0CFF08-CF3F-6C3B-5CE2-B5FB515BB861}"/>
              </a:ext>
            </a:extLst>
          </p:cNvPr>
          <p:cNvSpPr/>
          <p:nvPr/>
        </p:nvSpPr>
        <p:spPr>
          <a:xfrm rot="20020040">
            <a:off x="10467518" y="4948075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o10sx0i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1D80B33-F25E-CF22-CD54-E076C808D6FE}"/>
              </a:ext>
            </a:extLst>
          </p:cNvPr>
          <p:cNvSpPr/>
          <p:nvPr/>
        </p:nvSpPr>
        <p:spPr>
          <a:xfrm>
            <a:off x="6401893" y="2030526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ED4504-388D-9ECE-5EB6-6A1C39BCC9B8}"/>
              </a:ext>
            </a:extLst>
          </p:cNvPr>
          <p:cNvSpPr/>
          <p:nvPr/>
        </p:nvSpPr>
        <p:spPr>
          <a:xfrm>
            <a:off x="8424041" y="2030526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9E3F9B-8AE0-C266-EB23-8DDBF08A90B2}"/>
              </a:ext>
            </a:extLst>
          </p:cNvPr>
          <p:cNvSpPr/>
          <p:nvPr/>
        </p:nvSpPr>
        <p:spPr>
          <a:xfrm rot="20020040">
            <a:off x="6384654" y="2314928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D83m9c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41705B-4446-22AB-BD9C-C4BE03C7A879}"/>
              </a:ext>
            </a:extLst>
          </p:cNvPr>
          <p:cNvCxnSpPr>
            <a:stCxn id="17" idx="6"/>
            <a:endCxn id="19" idx="2"/>
          </p:cNvCxnSpPr>
          <p:nvPr/>
        </p:nvCxnSpPr>
        <p:spPr>
          <a:xfrm>
            <a:off x="7316293" y="2487726"/>
            <a:ext cx="1107748" cy="0"/>
          </a:xfrm>
          <a:prstGeom prst="straightConnector1">
            <a:avLst/>
          </a:prstGeom>
          <a:noFill/>
          <a:ln w="5715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8C8E010-05FB-0799-0BE7-0BE2146175B9}"/>
              </a:ext>
            </a:extLst>
          </p:cNvPr>
          <p:cNvSpPr/>
          <p:nvPr/>
        </p:nvSpPr>
        <p:spPr>
          <a:xfrm rot="20020040">
            <a:off x="8417757" y="2315148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nv8si29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285452C-450E-34EA-AEDA-E4071AF6FBF0}"/>
              </a:ext>
            </a:extLst>
          </p:cNvPr>
          <p:cNvSpPr/>
          <p:nvPr/>
        </p:nvSpPr>
        <p:spPr>
          <a:xfrm>
            <a:off x="10418002" y="2042393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2E4E383-5AC5-EC49-833B-743F35175486}"/>
              </a:ext>
            </a:extLst>
          </p:cNvPr>
          <p:cNvCxnSpPr>
            <a:cxnSpLocks/>
            <a:stCxn id="19" idx="6"/>
            <a:endCxn id="23" idx="2"/>
          </p:cNvCxnSpPr>
          <p:nvPr/>
        </p:nvCxnSpPr>
        <p:spPr>
          <a:xfrm>
            <a:off x="9338441" y="2487726"/>
            <a:ext cx="1079561" cy="11867"/>
          </a:xfrm>
          <a:prstGeom prst="straightConnector1">
            <a:avLst/>
          </a:prstGeom>
          <a:noFill/>
          <a:ln w="5715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3300890-FB3A-B684-D37D-288E1E2A417C}"/>
              </a:ext>
            </a:extLst>
          </p:cNvPr>
          <p:cNvSpPr/>
          <p:nvPr/>
        </p:nvSpPr>
        <p:spPr>
          <a:xfrm rot="20020040">
            <a:off x="10402441" y="2268802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o10sx0i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raphic 26" descr="Laptop outline">
            <a:extLst>
              <a:ext uri="{FF2B5EF4-FFF2-40B4-BE49-F238E27FC236}">
                <a16:creationId xmlns:a16="http://schemas.microsoft.com/office/drawing/2014/main" id="{FC862AA5-941E-358A-A7E8-23C1197064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71832" y="3971953"/>
            <a:ext cx="2390091" cy="2390091"/>
          </a:xfrm>
          <a:prstGeom prst="rect">
            <a:avLst/>
          </a:prstGeom>
        </p:spPr>
      </p:pic>
      <p:pic>
        <p:nvPicPr>
          <p:cNvPr id="31" name="Graphic 30" descr="Cloud outline">
            <a:extLst>
              <a:ext uri="{FF2B5EF4-FFF2-40B4-BE49-F238E27FC236}">
                <a16:creationId xmlns:a16="http://schemas.microsoft.com/office/drawing/2014/main" id="{D28CAA23-5D08-2D1A-9F6B-CE0C37A63149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96201" y="-607231"/>
            <a:ext cx="6718787" cy="5124161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87B1AB62-97CF-FD39-31D1-70CB19E8D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128290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cat&#10;&#10;Description automatically generated">
            <a:extLst>
              <a:ext uri="{FF2B5EF4-FFF2-40B4-BE49-F238E27FC236}">
                <a16:creationId xmlns:a16="http://schemas.microsoft.com/office/drawing/2014/main" id="{36F82B84-CBFF-2AEF-9DF0-31160AC13B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4848" y="1348180"/>
            <a:ext cx="3198256" cy="179102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A220B7E-C65F-A8CB-0107-57DAE6B99CA4}"/>
              </a:ext>
            </a:extLst>
          </p:cNvPr>
          <p:cNvSpPr/>
          <p:nvPr/>
        </p:nvSpPr>
        <p:spPr>
          <a:xfrm>
            <a:off x="401126" y="4671561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raphic 5" descr="User outline">
            <a:extLst>
              <a:ext uri="{FF2B5EF4-FFF2-40B4-BE49-F238E27FC236}">
                <a16:creationId xmlns:a16="http://schemas.microsoft.com/office/drawing/2014/main" id="{EEC2AEFB-BFE3-8DF1-F473-0BB0A9BA99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7235" y="3718923"/>
            <a:ext cx="914400" cy="9144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92C9BD5-85C6-E3C9-441A-EEFD9C0763E8}"/>
              </a:ext>
            </a:extLst>
          </p:cNvPr>
          <p:cNvSpPr/>
          <p:nvPr/>
        </p:nvSpPr>
        <p:spPr>
          <a:xfrm>
            <a:off x="2423274" y="4671561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CE5203-5250-8CD6-FDC7-9300AA9698B4}"/>
              </a:ext>
            </a:extLst>
          </p:cNvPr>
          <p:cNvSpPr/>
          <p:nvPr/>
        </p:nvSpPr>
        <p:spPr>
          <a:xfrm rot="20020040">
            <a:off x="383887" y="4955963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D83m9c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E61F8C-D639-AC64-F4F9-198E96A6556F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1315526" y="5128761"/>
            <a:ext cx="1107748" cy="0"/>
          </a:xfrm>
          <a:prstGeom prst="straightConnector1">
            <a:avLst/>
          </a:prstGeom>
          <a:noFill/>
          <a:ln w="5715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49B19EE-2F0D-43A9-EF08-1F0FF359C676}"/>
              </a:ext>
            </a:extLst>
          </p:cNvPr>
          <p:cNvSpPr/>
          <p:nvPr/>
        </p:nvSpPr>
        <p:spPr>
          <a:xfrm rot="20020040">
            <a:off x="2416990" y="4956183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nv8si29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E2CF614-0D83-0C63-04F6-A355C4DB7124}"/>
              </a:ext>
            </a:extLst>
          </p:cNvPr>
          <p:cNvSpPr/>
          <p:nvPr/>
        </p:nvSpPr>
        <p:spPr>
          <a:xfrm>
            <a:off x="4417235" y="4683428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D71DCB-7751-642D-B262-4BFE942F59B0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3337674" y="5128761"/>
            <a:ext cx="1079561" cy="11867"/>
          </a:xfrm>
          <a:prstGeom prst="straightConnector1">
            <a:avLst/>
          </a:prstGeom>
          <a:noFill/>
          <a:ln w="5715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A0CFF08-CF3F-6C3B-5CE2-B5FB515BB861}"/>
              </a:ext>
            </a:extLst>
          </p:cNvPr>
          <p:cNvSpPr/>
          <p:nvPr/>
        </p:nvSpPr>
        <p:spPr>
          <a:xfrm rot="20020040">
            <a:off x="4401674" y="4909837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o10sx0i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1D80B33-F25E-CF22-CD54-E076C808D6FE}"/>
              </a:ext>
            </a:extLst>
          </p:cNvPr>
          <p:cNvSpPr/>
          <p:nvPr/>
        </p:nvSpPr>
        <p:spPr>
          <a:xfrm>
            <a:off x="3575647" y="2554977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ED4504-388D-9ECE-5EB6-6A1C39BCC9B8}"/>
              </a:ext>
            </a:extLst>
          </p:cNvPr>
          <p:cNvSpPr/>
          <p:nvPr/>
        </p:nvSpPr>
        <p:spPr>
          <a:xfrm>
            <a:off x="5597795" y="2554977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9E3F9B-8AE0-C266-EB23-8DDBF08A90B2}"/>
              </a:ext>
            </a:extLst>
          </p:cNvPr>
          <p:cNvSpPr/>
          <p:nvPr/>
        </p:nvSpPr>
        <p:spPr>
          <a:xfrm rot="20020040">
            <a:off x="3558408" y="2839379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D83m9c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41705B-4446-22AB-BD9C-C4BE03C7A879}"/>
              </a:ext>
            </a:extLst>
          </p:cNvPr>
          <p:cNvCxnSpPr>
            <a:stCxn id="17" idx="6"/>
            <a:endCxn id="19" idx="2"/>
          </p:cNvCxnSpPr>
          <p:nvPr/>
        </p:nvCxnSpPr>
        <p:spPr>
          <a:xfrm>
            <a:off x="4490047" y="3012177"/>
            <a:ext cx="1107748" cy="0"/>
          </a:xfrm>
          <a:prstGeom prst="straightConnector1">
            <a:avLst/>
          </a:prstGeom>
          <a:noFill/>
          <a:ln w="5715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8C8E010-05FB-0799-0BE7-0BE2146175B9}"/>
              </a:ext>
            </a:extLst>
          </p:cNvPr>
          <p:cNvSpPr/>
          <p:nvPr/>
        </p:nvSpPr>
        <p:spPr>
          <a:xfrm rot="20020040">
            <a:off x="5591511" y="2839599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nv8si29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285452C-450E-34EA-AEDA-E4071AF6FBF0}"/>
              </a:ext>
            </a:extLst>
          </p:cNvPr>
          <p:cNvSpPr/>
          <p:nvPr/>
        </p:nvSpPr>
        <p:spPr>
          <a:xfrm>
            <a:off x="7591756" y="2566844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2E4E383-5AC5-EC49-833B-743F35175486}"/>
              </a:ext>
            </a:extLst>
          </p:cNvPr>
          <p:cNvCxnSpPr>
            <a:cxnSpLocks/>
            <a:stCxn id="19" idx="6"/>
            <a:endCxn id="23" idx="2"/>
          </p:cNvCxnSpPr>
          <p:nvPr/>
        </p:nvCxnSpPr>
        <p:spPr>
          <a:xfrm>
            <a:off x="6512195" y="3012177"/>
            <a:ext cx="1079561" cy="11867"/>
          </a:xfrm>
          <a:prstGeom prst="straightConnector1">
            <a:avLst/>
          </a:prstGeom>
          <a:noFill/>
          <a:ln w="5715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3300890-FB3A-B684-D37D-288E1E2A417C}"/>
              </a:ext>
            </a:extLst>
          </p:cNvPr>
          <p:cNvSpPr/>
          <p:nvPr/>
        </p:nvSpPr>
        <p:spPr>
          <a:xfrm rot="20020040">
            <a:off x="7576195" y="2793253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o10sx0i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raphic 26" descr="Laptop outline">
            <a:extLst>
              <a:ext uri="{FF2B5EF4-FFF2-40B4-BE49-F238E27FC236}">
                <a16:creationId xmlns:a16="http://schemas.microsoft.com/office/drawing/2014/main" id="{FC862AA5-941E-358A-A7E8-23C1197064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3035168" y="3476515"/>
            <a:ext cx="2390091" cy="2390091"/>
          </a:xfrm>
          <a:prstGeom prst="rect">
            <a:avLst/>
          </a:prstGeom>
        </p:spPr>
      </p:pic>
      <p:pic>
        <p:nvPicPr>
          <p:cNvPr id="31" name="Graphic 30" descr="Cloud outline">
            <a:extLst>
              <a:ext uri="{FF2B5EF4-FFF2-40B4-BE49-F238E27FC236}">
                <a16:creationId xmlns:a16="http://schemas.microsoft.com/office/drawing/2014/main" id="{D28CAA23-5D08-2D1A-9F6B-CE0C37A63149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80474" y="-176963"/>
            <a:ext cx="6718787" cy="5124161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C4A22F3D-81C4-FA65-BD51-90FABEA524C4}"/>
              </a:ext>
            </a:extLst>
          </p:cNvPr>
          <p:cNvSpPr/>
          <p:nvPr/>
        </p:nvSpPr>
        <p:spPr>
          <a:xfrm>
            <a:off x="6501481" y="4683428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raphic 13" descr="User outline">
            <a:extLst>
              <a:ext uri="{FF2B5EF4-FFF2-40B4-BE49-F238E27FC236}">
                <a16:creationId xmlns:a16="http://schemas.microsoft.com/office/drawing/2014/main" id="{7316D219-6C08-B3BF-BAB5-F7307397BA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17590" y="3730790"/>
            <a:ext cx="914400" cy="91440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4BA6CA0-D22E-9143-E54F-046AE2CD6E65}"/>
              </a:ext>
            </a:extLst>
          </p:cNvPr>
          <p:cNvSpPr/>
          <p:nvPr/>
        </p:nvSpPr>
        <p:spPr>
          <a:xfrm>
            <a:off x="8523629" y="4683428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64DC1D-4B84-D861-2174-A2F1D01CD3B6}"/>
              </a:ext>
            </a:extLst>
          </p:cNvPr>
          <p:cNvSpPr/>
          <p:nvPr/>
        </p:nvSpPr>
        <p:spPr>
          <a:xfrm rot="20020040">
            <a:off x="6484242" y="4967830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D83m9c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900367-1F75-CA09-FD2B-41AE60709A78}"/>
              </a:ext>
            </a:extLst>
          </p:cNvPr>
          <p:cNvCxnSpPr>
            <a:stCxn id="3" idx="6"/>
            <a:endCxn id="15" idx="2"/>
          </p:cNvCxnSpPr>
          <p:nvPr/>
        </p:nvCxnSpPr>
        <p:spPr>
          <a:xfrm>
            <a:off x="7415881" y="5140628"/>
            <a:ext cx="1107748" cy="0"/>
          </a:xfrm>
          <a:prstGeom prst="straightConnector1">
            <a:avLst/>
          </a:prstGeom>
          <a:noFill/>
          <a:ln w="5715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BCE7656-0F4C-61A3-00D2-F10826209EC6}"/>
              </a:ext>
            </a:extLst>
          </p:cNvPr>
          <p:cNvSpPr/>
          <p:nvPr/>
        </p:nvSpPr>
        <p:spPr>
          <a:xfrm rot="20020040">
            <a:off x="8517345" y="4968050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nv8si29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1C7E81C-8E95-76D8-A78A-5ACD2AD3A8B8}"/>
              </a:ext>
            </a:extLst>
          </p:cNvPr>
          <p:cNvSpPr/>
          <p:nvPr/>
        </p:nvSpPr>
        <p:spPr>
          <a:xfrm>
            <a:off x="10517590" y="4695295"/>
            <a:ext cx="914400" cy="914400"/>
          </a:xfrm>
          <a:prstGeom prst="ellipse">
            <a:avLst/>
          </a:prstGeom>
          <a:solidFill>
            <a:srgbClr val="FFFFFF"/>
          </a:solidFill>
          <a:ln w="76200" cap="flat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150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C4282E9-456E-67AE-9012-4928B4819C4F}"/>
              </a:ext>
            </a:extLst>
          </p:cNvPr>
          <p:cNvCxnSpPr>
            <a:cxnSpLocks/>
            <a:stCxn id="15" idx="6"/>
            <a:endCxn id="28" idx="2"/>
          </p:cNvCxnSpPr>
          <p:nvPr/>
        </p:nvCxnSpPr>
        <p:spPr>
          <a:xfrm>
            <a:off x="9438029" y="5140628"/>
            <a:ext cx="1079561" cy="11867"/>
          </a:xfrm>
          <a:prstGeom prst="straightConnector1">
            <a:avLst/>
          </a:prstGeom>
          <a:noFill/>
          <a:ln w="5715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73C2A4B7-FAE8-0F16-FEA2-72F841A3C05F}"/>
              </a:ext>
            </a:extLst>
          </p:cNvPr>
          <p:cNvSpPr/>
          <p:nvPr/>
        </p:nvSpPr>
        <p:spPr>
          <a:xfrm rot="20020040">
            <a:off x="10502029" y="4921704"/>
            <a:ext cx="94552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o10sx0i</a:t>
            </a:r>
            <a:endParaRPr kumimoji="0" lang="en-150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AE569213-0168-50CF-0283-CDC6A9CD8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1519" y="3651366"/>
            <a:ext cx="1395483" cy="55908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CO" sz="2800" b="0" i="0" dirty="0" err="1">
                <a:solidFill>
                  <a:srgbClr val="1F2328"/>
                </a:solidFill>
                <a:effectLst/>
                <a:highlight>
                  <a:srgbClr val="FFFFFF"/>
                </a:highlight>
                <a:latin typeface="Roboto Slab" pitchFamily="2" charset="0"/>
                <a:ea typeface="Roboto Slab" pitchFamily="2" charset="0"/>
                <a:cs typeface="Roboto Slab" pitchFamily="2" charset="0"/>
              </a:rPr>
              <a:t>git</a:t>
            </a:r>
            <a:r>
              <a:rPr lang="es-CO" sz="2800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Roboto Slab" pitchFamily="2" charset="0"/>
                <a:ea typeface="Roboto Slab" pitchFamily="2" charset="0"/>
                <a:cs typeface="Roboto Slab" pitchFamily="2" charset="0"/>
              </a:rPr>
              <a:t> clone</a:t>
            </a:r>
            <a:endParaRPr lang="en-150" sz="28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467B3731-A8CA-3F52-54D1-0266BB1A9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464052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  <p:bldP spid="16" grpId="0" animBg="1"/>
      <p:bldP spid="26" grpId="0" animBg="1"/>
      <p:bldP spid="28" grpId="0" animBg="1"/>
      <p:bldP spid="30" grpId="0" animBg="1"/>
      <p:bldP spid="32" grpId="0" build="p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3888D-F50F-4E4D-6B4E-217121BF9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Git and GitHub</a:t>
            </a:r>
            <a:endParaRPr lang="en-1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1E4FE-C62D-B0C6-AEF1-D23D4B664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git push origin main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33298730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363E7-9222-88AD-AAD0-00646E0A0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 err="1"/>
              <a:t>Collaboration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383287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BA419-B116-BE5E-3AED-A9F32893A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464" y="300857"/>
            <a:ext cx="10775071" cy="490401"/>
          </a:xfrm>
        </p:spPr>
        <p:txBody>
          <a:bodyPr>
            <a:noAutofit/>
          </a:bodyPr>
          <a:lstStyle/>
          <a:p>
            <a:r>
              <a:rPr lang="es-CO" sz="4000" dirty="0" err="1"/>
              <a:t>Exercise</a:t>
            </a:r>
            <a:r>
              <a:rPr lang="es-CO" sz="4000" dirty="0"/>
              <a:t> 5</a:t>
            </a:r>
            <a:endParaRPr lang="en-150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CF3F9-FB21-B2E2-0D5C-9B81221D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3607" y="1949450"/>
            <a:ext cx="5689600" cy="3981450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CO" sz="2800" dirty="0"/>
              <a:t> </a:t>
            </a:r>
            <a:r>
              <a:rPr lang="es-CO" sz="2800" dirty="0" err="1"/>
              <a:t>Add</a:t>
            </a:r>
            <a:r>
              <a:rPr lang="es-CO" sz="2800" dirty="0"/>
              <a:t> </a:t>
            </a:r>
            <a:r>
              <a:rPr lang="es-CO" sz="2800" dirty="0" err="1"/>
              <a:t>your</a:t>
            </a:r>
            <a:r>
              <a:rPr lang="es-CO" sz="2800" dirty="0"/>
              <a:t> </a:t>
            </a:r>
            <a:r>
              <a:rPr lang="es-CO" sz="2800" dirty="0" err="1"/>
              <a:t>colleague</a:t>
            </a:r>
            <a:r>
              <a:rPr lang="es-CO" sz="2800" dirty="0"/>
              <a:t>(s) as </a:t>
            </a:r>
            <a:r>
              <a:rPr lang="es-CO" sz="2800" dirty="0" err="1"/>
              <a:t>collaborator</a:t>
            </a:r>
            <a:r>
              <a:rPr lang="es-CO" sz="2800" dirty="0"/>
              <a:t>(s)</a:t>
            </a:r>
          </a:p>
          <a:p>
            <a:pPr marL="342900" indent="-342900">
              <a:buFont typeface="+mj-lt"/>
              <a:buAutoNum type="arabicPeriod"/>
            </a:pPr>
            <a:endParaRPr lang="es-CO" sz="2800" dirty="0"/>
          </a:p>
          <a:p>
            <a:pPr marL="342900" indent="-342900">
              <a:buFont typeface="+mj-lt"/>
              <a:buAutoNum type="arabicPeriod"/>
            </a:pPr>
            <a:r>
              <a:rPr lang="es-CO" sz="2800" dirty="0" err="1"/>
              <a:t>Add</a:t>
            </a:r>
            <a:r>
              <a:rPr lang="es-CO" sz="2800" dirty="0"/>
              <a:t> </a:t>
            </a:r>
            <a:r>
              <a:rPr lang="es-CO" sz="2800" dirty="0" err="1"/>
              <a:t>some</a:t>
            </a:r>
            <a:r>
              <a:rPr lang="es-CO" sz="2800" dirty="0"/>
              <a:t> </a:t>
            </a:r>
            <a:r>
              <a:rPr lang="es-CO" sz="2800" dirty="0" err="1"/>
              <a:t>text</a:t>
            </a:r>
            <a:r>
              <a:rPr lang="es-CO" sz="2800" dirty="0"/>
              <a:t> </a:t>
            </a:r>
            <a:r>
              <a:rPr lang="es-CO" sz="2800" dirty="0" err="1"/>
              <a:t>lines</a:t>
            </a:r>
            <a:r>
              <a:rPr lang="es-CO" sz="2800" dirty="0"/>
              <a:t> in </a:t>
            </a:r>
            <a:r>
              <a:rPr lang="es-CO" sz="2800" dirty="0" err="1"/>
              <a:t>one</a:t>
            </a:r>
            <a:r>
              <a:rPr lang="es-CO" sz="2800" dirty="0"/>
              <a:t> of </a:t>
            </a:r>
            <a:r>
              <a:rPr lang="es-CO" sz="2800" dirty="0" err="1"/>
              <a:t>your</a:t>
            </a:r>
            <a:r>
              <a:rPr lang="es-CO" sz="2800" dirty="0"/>
              <a:t> local files.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2800" dirty="0" err="1"/>
              <a:t>Add</a:t>
            </a:r>
            <a:r>
              <a:rPr lang="es-CO" sz="2800" dirty="0"/>
              <a:t> and </a:t>
            </a:r>
            <a:r>
              <a:rPr lang="es-CO" sz="2800" dirty="0" err="1"/>
              <a:t>commit</a:t>
            </a:r>
            <a:r>
              <a:rPr lang="es-CO" sz="2800" dirty="0"/>
              <a:t> </a:t>
            </a:r>
            <a:r>
              <a:rPr lang="es-CO" sz="2800" dirty="0" err="1"/>
              <a:t>your</a:t>
            </a:r>
            <a:r>
              <a:rPr lang="es-CO" sz="2800" dirty="0"/>
              <a:t> </a:t>
            </a:r>
            <a:r>
              <a:rPr lang="es-CO" sz="2800" dirty="0" err="1"/>
              <a:t>changes</a:t>
            </a:r>
            <a:endParaRPr lang="es-CO" sz="2800" dirty="0"/>
          </a:p>
          <a:p>
            <a:pPr marL="342900" indent="-342900">
              <a:buFont typeface="+mj-lt"/>
              <a:buAutoNum type="arabicPeriod"/>
            </a:pPr>
            <a:r>
              <a:rPr lang="es-CO" sz="2800" dirty="0" err="1"/>
              <a:t>Push</a:t>
            </a:r>
            <a:r>
              <a:rPr lang="es-CO" sz="2800" dirty="0"/>
              <a:t> </a:t>
            </a:r>
            <a:r>
              <a:rPr lang="es-CO" sz="2800" dirty="0" err="1"/>
              <a:t>your</a:t>
            </a:r>
            <a:r>
              <a:rPr lang="es-CO" sz="2800" dirty="0"/>
              <a:t> </a:t>
            </a:r>
            <a:r>
              <a:rPr lang="es-CO" sz="2800" dirty="0" err="1"/>
              <a:t>changes</a:t>
            </a:r>
            <a:endParaRPr lang="es-CO" sz="2800" dirty="0"/>
          </a:p>
          <a:p>
            <a:pPr marL="342900" indent="-342900">
              <a:buFont typeface="+mj-lt"/>
              <a:buAutoNum type="arabicPeriod"/>
            </a:pPr>
            <a:r>
              <a:rPr lang="es-CO" sz="2800" dirty="0" err="1"/>
              <a:t>Fetch</a:t>
            </a:r>
            <a:r>
              <a:rPr lang="es-CO" sz="2800" dirty="0"/>
              <a:t> the </a:t>
            </a:r>
            <a:r>
              <a:rPr lang="es-CO" sz="2800" dirty="0" err="1"/>
              <a:t>changes</a:t>
            </a:r>
            <a:endParaRPr lang="es-CO" sz="2800" dirty="0"/>
          </a:p>
          <a:p>
            <a:pPr marL="342900" indent="-342900">
              <a:buFont typeface="+mj-lt"/>
              <a:buAutoNum type="arabicPeriod"/>
            </a:pPr>
            <a:endParaRPr lang="es-CO" sz="36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45D8087-573B-E3E7-F5DC-7A60105FD578}"/>
              </a:ext>
            </a:extLst>
          </p:cNvPr>
          <p:cNvSpPr txBox="1">
            <a:spLocks/>
          </p:cNvSpPr>
          <p:nvPr/>
        </p:nvSpPr>
        <p:spPr>
          <a:xfrm>
            <a:off x="6278795" y="2474094"/>
            <a:ext cx="5765801" cy="3981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538162" marR="0" indent="-274638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63525" marR="0" indent="-2635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rabi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AutoNum type="alphaLcPeriod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538162" marR="0" indent="-276225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Char char="▪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71913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s-CO" sz="2800" dirty="0"/>
              <a:t> Clone the </a:t>
            </a:r>
            <a:r>
              <a:rPr lang="es-CO" sz="2800" dirty="0" err="1"/>
              <a:t>repository</a:t>
            </a:r>
            <a:r>
              <a:rPr lang="es-CO" sz="2800" dirty="0"/>
              <a:t> </a:t>
            </a:r>
            <a:r>
              <a:rPr lang="es-CO" sz="2800" dirty="0" err="1"/>
              <a:t>to</a:t>
            </a:r>
            <a:r>
              <a:rPr lang="es-CO" sz="2800" dirty="0"/>
              <a:t> </a:t>
            </a:r>
            <a:r>
              <a:rPr lang="es-CO" sz="2800" dirty="0" err="1"/>
              <a:t>your</a:t>
            </a:r>
            <a:r>
              <a:rPr lang="es-CO" sz="2800" dirty="0"/>
              <a:t> local </a:t>
            </a:r>
            <a:r>
              <a:rPr lang="es-CO" sz="2800" dirty="0" err="1"/>
              <a:t>computer</a:t>
            </a:r>
            <a:endParaRPr lang="es-CO" sz="2800" dirty="0"/>
          </a:p>
          <a:p>
            <a:pPr marL="342900" indent="-342900">
              <a:buFont typeface="+mj-lt"/>
              <a:buAutoNum type="arabicPeriod"/>
            </a:pPr>
            <a:r>
              <a:rPr lang="es-CO" sz="2800" dirty="0"/>
              <a:t> </a:t>
            </a:r>
            <a:r>
              <a:rPr lang="es-CO" sz="2800" dirty="0" err="1"/>
              <a:t>Make</a:t>
            </a:r>
            <a:r>
              <a:rPr lang="es-CO" sz="2800" dirty="0"/>
              <a:t> a new file and </a:t>
            </a:r>
            <a:r>
              <a:rPr lang="es-CO" sz="2800" dirty="0" err="1"/>
              <a:t>add</a:t>
            </a:r>
            <a:r>
              <a:rPr lang="es-CO" sz="2800" dirty="0"/>
              <a:t> </a:t>
            </a:r>
            <a:r>
              <a:rPr lang="es-CO" sz="2800" dirty="0" err="1"/>
              <a:t>some</a:t>
            </a:r>
            <a:r>
              <a:rPr lang="es-CO" sz="2800" dirty="0"/>
              <a:t> </a:t>
            </a:r>
            <a:r>
              <a:rPr lang="es-CO" sz="2800" dirty="0" err="1"/>
              <a:t>text</a:t>
            </a:r>
            <a:r>
              <a:rPr lang="es-CO" sz="2800" dirty="0"/>
              <a:t> </a:t>
            </a:r>
            <a:r>
              <a:rPr lang="es-CO" sz="2800" dirty="0" err="1"/>
              <a:t>lines</a:t>
            </a:r>
            <a:r>
              <a:rPr lang="es-CO" sz="28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2800" dirty="0" err="1"/>
              <a:t>Add</a:t>
            </a:r>
            <a:r>
              <a:rPr lang="es-CO" sz="2800" dirty="0"/>
              <a:t> and </a:t>
            </a:r>
            <a:r>
              <a:rPr lang="es-CO" sz="2800" dirty="0" err="1"/>
              <a:t>commit</a:t>
            </a:r>
            <a:r>
              <a:rPr lang="es-CO" sz="2800" dirty="0"/>
              <a:t> </a:t>
            </a:r>
            <a:r>
              <a:rPr lang="es-CO" sz="2800" dirty="0" err="1"/>
              <a:t>your</a:t>
            </a:r>
            <a:r>
              <a:rPr lang="es-CO" sz="2800" dirty="0"/>
              <a:t> </a:t>
            </a:r>
            <a:r>
              <a:rPr lang="es-CO" sz="2800" dirty="0" err="1"/>
              <a:t>changes</a:t>
            </a:r>
            <a:endParaRPr lang="es-CO" sz="2800" dirty="0"/>
          </a:p>
          <a:p>
            <a:pPr marL="342900" indent="-342900">
              <a:buFont typeface="+mj-lt"/>
              <a:buAutoNum type="arabicPeriod"/>
            </a:pPr>
            <a:r>
              <a:rPr lang="es-CO" sz="2800" dirty="0" err="1"/>
              <a:t>Push</a:t>
            </a:r>
            <a:r>
              <a:rPr lang="es-CO" sz="2800" dirty="0"/>
              <a:t> </a:t>
            </a:r>
            <a:r>
              <a:rPr lang="es-CO" sz="2800" dirty="0" err="1"/>
              <a:t>your</a:t>
            </a:r>
            <a:r>
              <a:rPr lang="es-CO" sz="2800" dirty="0"/>
              <a:t> </a:t>
            </a:r>
            <a:r>
              <a:rPr lang="es-CO" sz="2800" dirty="0" err="1"/>
              <a:t>changes</a:t>
            </a:r>
            <a:endParaRPr lang="es-CO" sz="2800" dirty="0"/>
          </a:p>
          <a:p>
            <a:pPr marL="342900" indent="-342900">
              <a:buFont typeface="+mj-lt"/>
              <a:buAutoNum type="arabicPeriod"/>
            </a:pPr>
            <a:r>
              <a:rPr lang="es-CO" sz="2800" dirty="0" err="1"/>
              <a:t>Fetch</a:t>
            </a:r>
            <a:r>
              <a:rPr lang="es-CO" sz="2800" dirty="0"/>
              <a:t> the </a:t>
            </a:r>
            <a:r>
              <a:rPr lang="es-CO" sz="2800" dirty="0" err="1"/>
              <a:t>changes</a:t>
            </a:r>
            <a:endParaRPr lang="es-CO" sz="2800" dirty="0"/>
          </a:p>
        </p:txBody>
      </p:sp>
      <p:pic>
        <p:nvPicPr>
          <p:cNvPr id="10" name="Graphic 9" descr="User outline">
            <a:extLst>
              <a:ext uri="{FF2B5EF4-FFF2-40B4-BE49-F238E27FC236}">
                <a16:creationId xmlns:a16="http://schemas.microsoft.com/office/drawing/2014/main" id="{51F2FBA1-B346-D145-6A77-10D8CA117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4007" y="988108"/>
            <a:ext cx="914400" cy="914400"/>
          </a:xfrm>
          <a:prstGeom prst="rect">
            <a:avLst/>
          </a:prstGeom>
        </p:spPr>
      </p:pic>
      <p:pic>
        <p:nvPicPr>
          <p:cNvPr id="11" name="Graphic 10" descr="User outline">
            <a:extLst>
              <a:ext uri="{FF2B5EF4-FFF2-40B4-BE49-F238E27FC236}">
                <a16:creationId xmlns:a16="http://schemas.microsoft.com/office/drawing/2014/main" id="{3A2AF947-237D-80B2-A1F8-107B9B96F0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63279" y="983004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5D4011-EA04-B009-DDAC-2FE7AC2832F1}"/>
              </a:ext>
            </a:extLst>
          </p:cNvPr>
          <p:cNvSpPr txBox="1"/>
          <p:nvPr/>
        </p:nvSpPr>
        <p:spPr>
          <a:xfrm>
            <a:off x="4112172" y="6154741"/>
            <a:ext cx="6122276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CO" sz="2400" dirty="0"/>
              <a:t>6. </a:t>
            </a:r>
            <a:r>
              <a:rPr lang="es-CO" sz="2400" dirty="0" err="1"/>
              <a:t>Pull</a:t>
            </a:r>
            <a:r>
              <a:rPr lang="es-CO" sz="2400" dirty="0"/>
              <a:t> the </a:t>
            </a:r>
            <a:r>
              <a:rPr lang="es-CO" sz="2400" dirty="0" err="1"/>
              <a:t>changes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3914084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03B8C-2A7C-C063-2365-DFAF5A0E4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929" y="496298"/>
            <a:ext cx="10775071" cy="490401"/>
          </a:xfrm>
        </p:spPr>
        <p:txBody>
          <a:bodyPr/>
          <a:lstStyle/>
          <a:p>
            <a:r>
              <a:rPr lang="es-CO" dirty="0"/>
              <a:t>Key </a:t>
            </a:r>
            <a:r>
              <a:rPr lang="es-CO" dirty="0" err="1"/>
              <a:t>takeways</a:t>
            </a:r>
            <a:endParaRPr lang="en-1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2B58A-B720-AEE8-8D84-D94EE383F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8500" y="1376000"/>
            <a:ext cx="10773500" cy="435646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A local Git repository can be connected to one or more remote repositories.</a:t>
            </a:r>
          </a:p>
          <a:p>
            <a:endParaRPr lang="en-US" sz="2400" dirty="0"/>
          </a:p>
          <a:p>
            <a:r>
              <a:rPr lang="en-US" sz="2400" dirty="0"/>
              <a:t>Use the SSH protocol to connect to remote repositories.</a:t>
            </a:r>
          </a:p>
          <a:p>
            <a:endParaRPr lang="en-US" sz="2400" dirty="0"/>
          </a:p>
          <a:p>
            <a:r>
              <a:rPr lang="en-US" sz="2400" dirty="0"/>
              <a:t>git push copies changes from a local repository to a remote repository.</a:t>
            </a:r>
          </a:p>
          <a:p>
            <a:endParaRPr lang="en-US" sz="2400" dirty="0"/>
          </a:p>
          <a:p>
            <a:r>
              <a:rPr lang="en-US" sz="2400" dirty="0"/>
              <a:t>git pull copies changes from a remote repository to a local repository.</a:t>
            </a:r>
          </a:p>
          <a:p>
            <a:endParaRPr lang="en-US" sz="2400" dirty="0"/>
          </a:p>
          <a:p>
            <a:r>
              <a:rPr lang="en-US" sz="2400" dirty="0"/>
              <a:t>git clone copies a remote repository to create a local repository with a remote called origin automatically set up.</a:t>
            </a:r>
            <a:endParaRPr lang="en-150" sz="2400" dirty="0"/>
          </a:p>
        </p:txBody>
      </p:sp>
    </p:spTree>
    <p:extLst>
      <p:ext uri="{BB962C8B-B14F-4D97-AF65-F5344CB8AC3E}">
        <p14:creationId xmlns:p14="http://schemas.microsoft.com/office/powerpoint/2010/main" val="399954799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0181D2-7C90-C685-50C9-299979352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8498" y="718513"/>
            <a:ext cx="10798176" cy="3561387"/>
          </a:xfrm>
        </p:spPr>
        <p:txBody>
          <a:bodyPr/>
          <a:lstStyle/>
          <a:p>
            <a:r>
              <a:rPr lang="es-CO" dirty="0" err="1"/>
              <a:t>Celebration</a:t>
            </a:r>
            <a:r>
              <a:rPr lang="es-CO" dirty="0"/>
              <a:t> time!</a:t>
            </a:r>
            <a:endParaRPr lang="en-150" dirty="0"/>
          </a:p>
        </p:txBody>
      </p:sp>
      <p:pic>
        <p:nvPicPr>
          <p:cNvPr id="3" name="Graphic 2" descr="Dance outline">
            <a:extLst>
              <a:ext uri="{FF2B5EF4-FFF2-40B4-BE49-F238E27FC236}">
                <a16:creationId xmlns:a16="http://schemas.microsoft.com/office/drawing/2014/main" id="{D22BE1F8-D893-41BC-C05F-41B2DC9EE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1906" y="3151299"/>
            <a:ext cx="2988188" cy="298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655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817425-C8B5-F58E-958E-7EDD35959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Exploring</a:t>
            </a:r>
            <a:r>
              <a:rPr lang="es-CO" dirty="0"/>
              <a:t> </a:t>
            </a:r>
            <a:r>
              <a:rPr lang="es-CO" dirty="0" err="1"/>
              <a:t>history</a:t>
            </a:r>
            <a:endParaRPr lang="en-15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FA29C-D281-B13C-0038-AA06A2BC7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Version Control with Git: Exploring History (swcarpentry.github.io)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3265118886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CDBE2-25B6-89C1-3A77-BBE02F66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Ignoring</a:t>
            </a:r>
            <a:r>
              <a:rPr lang="es-CO" dirty="0"/>
              <a:t> </a:t>
            </a:r>
            <a:r>
              <a:rPr lang="es-CO" dirty="0" err="1"/>
              <a:t>things</a:t>
            </a:r>
            <a:endParaRPr lang="en-1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19472-387B-14BF-8D48-1E3183A19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Version Control with Git: Ignoring Things (swcarpentry.github.io)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3240193855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D38AD-310C-E1B7-402D-4169341CA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Remotes in GitHub</a:t>
            </a:r>
            <a:endParaRPr lang="en-1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26352-1942-0F9B-00F7-93635FF13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Version Control with Git: Remotes in GitHub (swcarpentry.github.io)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54173245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U Delft">
  <a:themeElements>
    <a:clrScheme name="TU Delf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6D6"/>
      </a:accent1>
      <a:accent2>
        <a:srgbClr val="017188"/>
      </a:accent2>
      <a:accent3>
        <a:srgbClr val="EB7246"/>
      </a:accent3>
      <a:accent4>
        <a:srgbClr val="00A390"/>
      </a:accent4>
      <a:accent5>
        <a:srgbClr val="F1BE3E"/>
      </a:accent5>
      <a:accent6>
        <a:srgbClr val="C3312F"/>
      </a:accent6>
      <a:hlink>
        <a:srgbClr val="0000FF"/>
      </a:hlink>
      <a:folHlink>
        <a:srgbClr val="FF00FF"/>
      </a:folHlink>
    </a:clrScheme>
    <a:fontScheme name="TU Delft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TU Delf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asis uitgebreid sjabloon" id="{7537F33F-3839-8B44-AD49-D95CD72F9DFA}" vid="{A8BF4048-0FE2-714D-B48F-5A9977B08C8D}"/>
    </a:ext>
  </a:extLst>
</a:theme>
</file>

<file path=ppt/theme/theme2.xml><?xml version="1.0" encoding="utf-8"?>
<a:theme xmlns:a="http://schemas.openxmlformats.org/drawingml/2006/main" name="TU Delft">
  <a:themeElements>
    <a:clrScheme name="TU Delf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6D6"/>
      </a:accent1>
      <a:accent2>
        <a:srgbClr val="017188"/>
      </a:accent2>
      <a:accent3>
        <a:srgbClr val="EB7246"/>
      </a:accent3>
      <a:accent4>
        <a:srgbClr val="00A390"/>
      </a:accent4>
      <a:accent5>
        <a:srgbClr val="F1BE3E"/>
      </a:accent5>
      <a:accent6>
        <a:srgbClr val="C3312F"/>
      </a:accent6>
      <a:hlink>
        <a:srgbClr val="0000FF"/>
      </a:hlink>
      <a:folHlink>
        <a:srgbClr val="FF00FF"/>
      </a:folHlink>
    </a:clrScheme>
    <a:fontScheme name="TU Delft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TU Delf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4878a322-d110-404d-8591-8977e4f7768d">
      <UserInfo>
        <DisplayName>Jakob Napiontek</DisplayName>
        <AccountId>2337</AccountId>
        <AccountType/>
      </UserInfo>
      <UserInfo>
        <DisplayName>Tom van Petersen</DisplayName>
        <AccountId>2338</AccountId>
        <AccountType/>
      </UserInfo>
      <UserInfo>
        <DisplayName>Maurits van der Wijk</DisplayName>
        <AccountId>2339</AccountId>
        <AccountType/>
      </UserInfo>
      <UserInfo>
        <DisplayName>Aina Cabrero Sinol</DisplayName>
        <AccountId>2340</AccountId>
        <AccountType/>
      </UserInfo>
      <UserInfo>
        <DisplayName>Janne Hargens</DisplayName>
        <AccountId>7539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ED4DCF60591A44AAB3EE560AB47ABB" ma:contentTypeVersion="4" ma:contentTypeDescription="Een nieuw document maken." ma:contentTypeScope="" ma:versionID="82ac3a51116a7e2a5ddbdd1ed37f67c1">
  <xsd:schema xmlns:xsd="http://www.w3.org/2001/XMLSchema" xmlns:xs="http://www.w3.org/2001/XMLSchema" xmlns:p="http://schemas.microsoft.com/office/2006/metadata/properties" xmlns:ns2="0fee4eeb-e725-4e09-a2c6-b2e7e1963b2c" xmlns:ns3="4878a322-d110-404d-8591-8977e4f7768d" targetNamespace="http://schemas.microsoft.com/office/2006/metadata/properties" ma:root="true" ma:fieldsID="d0d60f5b3da63a431ec21b1780a4f539" ns2:_="" ns3:_="">
    <xsd:import namespace="0fee4eeb-e725-4e09-a2c6-b2e7e1963b2c"/>
    <xsd:import namespace="4878a322-d110-404d-8591-8977e4f776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e4eeb-e725-4e09-a2c6-b2e7e1963b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8a322-d110-404d-8591-8977e4f7768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0FA753-BE94-4D70-8659-8E115CC0BC99}">
  <ds:schemaRefs>
    <ds:schemaRef ds:uri="http://schemas.microsoft.com/office/2006/metadata/properties"/>
    <ds:schemaRef ds:uri="http://www.w3.org/2000/xmlns/"/>
    <ds:schemaRef ds:uri="4878a322-d110-404d-8591-8977e4f7768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4AED04A-369C-4869-B1AE-C9FCD3594F29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0fee4eeb-e725-4e09-a2c6-b2e7e1963b2c"/>
    <ds:schemaRef ds:uri="4878a322-d110-404d-8591-8977e4f7768d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7E56878-FF92-4009-ACD7-316E49AF9A1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1105</TotalTime>
  <Words>1213</Words>
  <Application>Microsoft Office PowerPoint</Application>
  <PresentationFormat>Widescreen</PresentationFormat>
  <Paragraphs>301</Paragraphs>
  <Slides>41</Slides>
  <Notes>13</Notes>
  <HiddenSlides>6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Arial</vt:lpstr>
      <vt:lpstr>Calibri</vt:lpstr>
      <vt:lpstr>Consolas</vt:lpstr>
      <vt:lpstr>Lato</vt:lpstr>
      <vt:lpstr>Mulish</vt:lpstr>
      <vt:lpstr>Roboto Slab</vt:lpstr>
      <vt:lpstr>Roboto Slab Regular Regular</vt:lpstr>
      <vt:lpstr>Wingdings</vt:lpstr>
      <vt:lpstr>TU Delft</vt:lpstr>
      <vt:lpstr>PowerPoint Presentation</vt:lpstr>
      <vt:lpstr>Code of conduct</vt:lpstr>
      <vt:lpstr>Why version control?</vt:lpstr>
      <vt:lpstr>Changes</vt:lpstr>
      <vt:lpstr>Versions and collaboration</vt:lpstr>
      <vt:lpstr>What is Git?</vt:lpstr>
      <vt:lpstr>What is GitHub?</vt:lpstr>
      <vt:lpstr>Today’s agenda</vt:lpstr>
      <vt:lpstr>PowerPoint Presentation</vt:lpstr>
      <vt:lpstr>Jargon alert!</vt:lpstr>
      <vt:lpstr>Jargon alert!</vt:lpstr>
      <vt:lpstr>Basics</vt:lpstr>
      <vt:lpstr>Commits</vt:lpstr>
      <vt:lpstr>PowerPoint Presentation</vt:lpstr>
      <vt:lpstr>Setting up Git</vt:lpstr>
      <vt:lpstr>Creating a repository</vt:lpstr>
      <vt:lpstr>Tracking Changes</vt:lpstr>
      <vt:lpstr>Exercise 1</vt:lpstr>
      <vt:lpstr>PowerPoint Presentation</vt:lpstr>
      <vt:lpstr>Key takeaways</vt:lpstr>
      <vt:lpstr>Today’s agenda</vt:lpstr>
      <vt:lpstr>Basics II</vt:lpstr>
      <vt:lpstr>Time travel</vt:lpstr>
      <vt:lpstr>git checkout</vt:lpstr>
      <vt:lpstr>Exercise 4 – The alphabet</vt:lpstr>
      <vt:lpstr>Key takeaways</vt:lpstr>
      <vt:lpstr>Let’s create a remote repository!</vt:lpstr>
      <vt:lpstr>SSH Keys</vt:lpstr>
      <vt:lpstr>PowerPoint Presentation</vt:lpstr>
      <vt:lpstr>Today’s agenda</vt:lpstr>
      <vt:lpstr>PowerPoint Presentation</vt:lpstr>
      <vt:lpstr>PowerPoint Presentation</vt:lpstr>
      <vt:lpstr>PowerPoint Presentation</vt:lpstr>
      <vt:lpstr>Git and GitHub</vt:lpstr>
      <vt:lpstr>PowerPoint Presentation</vt:lpstr>
      <vt:lpstr>Exercise 5</vt:lpstr>
      <vt:lpstr>Key takeways</vt:lpstr>
      <vt:lpstr>PowerPoint Presentation</vt:lpstr>
      <vt:lpstr>Exploring history</vt:lpstr>
      <vt:lpstr>Ignoring things</vt:lpstr>
      <vt:lpstr>Remotes in 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Saskia de Been</dc:creator>
  <cp:lastModifiedBy>Alexander Garzón Díaz</cp:lastModifiedBy>
  <cp:revision>5</cp:revision>
  <dcterms:created xsi:type="dcterms:W3CDTF">2022-12-05T10:58:58Z</dcterms:created>
  <dcterms:modified xsi:type="dcterms:W3CDTF">2024-11-05T13:10:14Z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0x01010051ED4DCF60591A44AAB3EE560AB47ABB</vt:lpwstr>
  </property>
</Properties>
</file>