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86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065033-1559-4DE2-94B7-11E111871C1C}" type="datetimeFigureOut">
              <a:rPr lang="en-GB" smtClean="0"/>
              <a:t>05/11/2024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89682F-0335-48B5-910C-1669884CC1C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341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9682F-0335-48B5-910C-1669884CC1CE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35987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32496-0420-5103-9A08-4BC3BA4023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EF031B-306F-727C-0468-685E2B3B00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8FB567-32AB-7F62-4664-0A48C36B2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D45CC-B4D8-421A-80A3-565CB046D52F}" type="datetimeFigureOut">
              <a:rPr lang="en-GB" smtClean="0"/>
              <a:t>05/11/2024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67EB24-CFE8-D455-3E3D-E7C6543B9A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28132A-CBD6-21F2-572E-7A32A3941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A3B458-B1CA-464C-93AC-3A6F0850244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88398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6B522-FED5-3146-7228-427BBE4E0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19D363-1A9C-5D87-5052-C90A2571DE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A3099F-9DE9-EB36-CDE0-FC2EA8624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D45CC-B4D8-421A-80A3-565CB046D52F}" type="datetimeFigureOut">
              <a:rPr lang="en-GB" smtClean="0"/>
              <a:t>05/11/2024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E28D50-8B0D-D093-229A-5FF5162E16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58930C-16D0-17A6-DF5C-CD197D07D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A3B458-B1CA-464C-93AC-3A6F0850244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924994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A593F-8695-AA1E-DD40-0DB3647923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C7C42C-7D63-8B57-5963-AA273AEB41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2CCE1D-9FE0-F51A-EA3A-B523F14B2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D45CC-B4D8-421A-80A3-565CB046D52F}" type="datetimeFigureOut">
              <a:rPr lang="en-GB" smtClean="0"/>
              <a:t>05/11/2024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15E420-B0F0-307D-3AA3-15FBCE817C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9817C9-252B-43DB-0670-27737F6D9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A3B458-B1CA-464C-93AC-3A6F0850244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10478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BFF1F-5BE4-E04A-E1BF-6FF003204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A453AC-EBF7-8A95-F505-98EA91EE17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FDD740-DF1D-76A6-EE9E-9C032AEA0F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D8C9FC-C063-DB44-C6EA-9D0906686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D45CC-B4D8-421A-80A3-565CB046D52F}" type="datetimeFigureOut">
              <a:rPr lang="en-GB" smtClean="0"/>
              <a:t>05/11/2024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1829CC-295F-ACC5-1C0B-D0ADF0C55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760244-21AC-CFC7-A090-23F91943B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A3B458-B1CA-464C-93AC-3A6F0850244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2886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4CFE83-613F-79C7-A404-46147D436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9C5F6F-A781-E743-D4B4-A237BF33DD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3767BA-78FB-8FAB-1999-20184432E2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6C76FF-AFE6-DCF6-36BA-47F4F38B36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266BF0F-02D5-88BB-8F14-90D64F2B66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D345579-46B4-05CA-9718-972DF6DCFF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D45CC-B4D8-421A-80A3-565CB046D52F}" type="datetimeFigureOut">
              <a:rPr lang="en-GB" smtClean="0"/>
              <a:t>05/11/2024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6908870-5F4C-6F19-F27C-B605AB6C1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8FE747-55A6-E621-B24B-F87DF39797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A3B458-B1CA-464C-93AC-3A6F0850244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63932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1CA898-C8C7-80CD-492B-F6F40AC178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117BCC-F465-CDFA-7713-6E63D25FD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D45CC-B4D8-421A-80A3-565CB046D52F}" type="datetimeFigureOut">
              <a:rPr lang="en-GB" smtClean="0"/>
              <a:t>05/11/2024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B10067-3A9C-385B-F5A7-38281E4B24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8D61ED-FA55-43C9-C193-F151A7B9C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A3B458-B1CA-464C-93AC-3A6F0850244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276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0BD0385-D9F8-D04D-7F71-FB74BD0FF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D45CC-B4D8-421A-80A3-565CB046D52F}" type="datetimeFigureOut">
              <a:rPr lang="en-GB" smtClean="0"/>
              <a:t>05/11/2024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0B49D8A-0133-7E89-FAC0-DC6993EA0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5C5F39-BFB3-B8A5-5785-146E7E3FA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A3B458-B1CA-464C-93AC-3A6F0850244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09302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0D8248-CDD1-C508-BED5-86914CFD65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F535FD-896B-8716-DAAC-EA0AD28EDF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B9EE17-080F-BEB8-6059-0B2A52D15B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04E5C6-5D36-1C2A-D152-626C1185CB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D45CC-B4D8-421A-80A3-565CB046D52F}" type="datetimeFigureOut">
              <a:rPr lang="en-GB" smtClean="0"/>
              <a:t>05/11/2024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3C98FE-552F-7D5E-B74D-10E5F2C68A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4F6BCA-81AC-C074-D951-43DB135F8A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A3B458-B1CA-464C-93AC-3A6F0850244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57188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543A6-A0F3-5331-B7C3-07D09BF14E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0D80D26-06A7-80C8-44AC-38D4154342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3E287B-EFCB-321E-783E-8B540D809C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A47E4F-CAD5-B043-07CA-2EAEF8CB5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D45CC-B4D8-421A-80A3-565CB046D52F}" type="datetimeFigureOut">
              <a:rPr lang="en-GB" smtClean="0"/>
              <a:t>05/11/2024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B491BB-37DA-4EC2-C21C-3D08B034C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E3E40B-E63F-9B7D-29CA-D1997D03B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A3B458-B1CA-464C-93AC-3A6F0850244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57835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1A4731-F205-B05E-0879-29E4ACB633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401A76-011F-2F13-C3EA-159A01B192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B8E77C-191B-F57F-5FE6-3F903D8A8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D45CC-B4D8-421A-80A3-565CB046D52F}" type="datetimeFigureOut">
              <a:rPr lang="en-GB" smtClean="0"/>
              <a:t>05/11/2024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DE9C46-FB6A-745E-F538-CD070E7944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7F0607-F4B1-4E35-B91C-A3C08CFCD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A3B458-B1CA-464C-93AC-3A6F0850244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46232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7AFBBEE-C9BA-E4A5-1F9A-87D36E590B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65FFB3-42ED-3ACE-D731-30101E33B0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6730C3-6358-94C9-7181-E8B67414F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D45CC-B4D8-421A-80A3-565CB046D52F}" type="datetimeFigureOut">
              <a:rPr lang="en-GB" smtClean="0"/>
              <a:t>05/11/2024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162164-E468-1350-B06B-B2A8698B7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830C38-D04E-4789-8606-4849BA191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A3B458-B1CA-464C-93AC-3A6F0850244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20393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8AD6B9-8742-60BD-54D9-1D202AF735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47768F-4583-60AF-FFF6-0DB11D370D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3AB4E3-B19F-CE54-5598-C1717F6CB2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6D45CC-B4D8-421A-80A3-565CB046D52F}" type="datetimeFigureOut">
              <a:rPr lang="en-GB" smtClean="0"/>
              <a:t>05/11/2024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53C062-AEEF-9F56-B812-7BFF47E359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54F70D-CD72-248E-EF4A-FF0BC4A80E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A3B458-B1CA-464C-93AC-3A6F0850244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02014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4hNUtJd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Bourne_shell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reativecommons.org/licenses/by-sa/3.0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9C92670-83C4-49CF-A399-B1B3087010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Welcome to Day 2- Python/SWC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CCD88D82-8364-25B0-BFD4-FEEC827B64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25544"/>
            <a:ext cx="9144000" cy="1655762"/>
          </a:xfrm>
        </p:spPr>
        <p:txBody>
          <a:bodyPr>
            <a:normAutofit/>
          </a:bodyPr>
          <a:lstStyle/>
          <a:p>
            <a:r>
              <a:rPr lang="en-GB" sz="2800" dirty="0"/>
              <a:t>Instructor: Leila Iñigo</a:t>
            </a:r>
          </a:p>
          <a:p>
            <a:r>
              <a:rPr lang="en-GB" sz="2800" dirty="0"/>
              <a:t>Role: Trainer of Digital skills from 4TU.ResearchData</a:t>
            </a:r>
          </a:p>
          <a:p>
            <a:r>
              <a:rPr lang="en-GB" sz="2800" dirty="0"/>
              <a:t>Helpers: </a:t>
            </a:r>
          </a:p>
        </p:txBody>
      </p:sp>
    </p:spTree>
    <p:extLst>
      <p:ext uri="{BB962C8B-B14F-4D97-AF65-F5344CB8AC3E}">
        <p14:creationId xmlns:p14="http://schemas.microsoft.com/office/powerpoint/2010/main" val="26736227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9C42D3-0D32-3004-B263-D0BA4FD06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Agenda Day 2 Python SWC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8F599F-40C8-714B-F33A-BDD8FDCCE4BB}"/>
              </a:ext>
            </a:extLst>
          </p:cNvPr>
          <p:cNvSpPr txBox="1"/>
          <p:nvPr/>
        </p:nvSpPr>
        <p:spPr>
          <a:xfrm>
            <a:off x="899968" y="2276856"/>
            <a:ext cx="10168128" cy="449716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285750" indent="-28575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dirty="0">
                <a:effectLst/>
              </a:rPr>
              <a:t>09:00 - Recap of day 1  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dirty="0">
                <a:effectLst/>
              </a:rPr>
              <a:t> 09:30 - Making choices 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1" dirty="0">
                <a:effectLst/>
              </a:rPr>
              <a:t> 10:00 - Exercise 1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400" b="0" dirty="0">
              <a:effectLst/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1" dirty="0">
                <a:effectLst/>
              </a:rPr>
              <a:t>10:15 - Coffee break</a:t>
            </a:r>
            <a:r>
              <a:rPr lang="en-US" sz="1400" b="0" dirty="0">
                <a:effectLst/>
              </a:rPr>
              <a:t> 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400" b="0" dirty="0">
              <a:effectLst/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dirty="0">
                <a:effectLst/>
              </a:rPr>
              <a:t>10:30 - Creating functions  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dirty="0">
                <a:effectLst/>
              </a:rPr>
              <a:t>11:00 – Reusability/Modular coding/Documentation 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1" dirty="0">
                <a:effectLst/>
              </a:rPr>
              <a:t>11:30 - Exercise 2 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br>
              <a:rPr lang="en-US" sz="1400" b="0" dirty="0">
                <a:effectLst/>
              </a:rPr>
            </a:br>
            <a:r>
              <a:rPr lang="en-US" sz="1400" b="1" dirty="0">
                <a:effectLst/>
              </a:rPr>
              <a:t>12:00 – Lunch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400" b="0" dirty="0">
              <a:effectLst/>
            </a:endParaRPr>
          </a:p>
          <a:p>
            <a:pPr marL="171450" indent="-17145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dirty="0">
                <a:effectLst/>
              </a:rPr>
              <a:t>12:30 – Errors and exceptions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dirty="0">
                <a:effectLst/>
              </a:rPr>
              <a:t>12:45 – Defensive programming  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dirty="0">
                <a:effectLst/>
              </a:rPr>
              <a:t>13:00 – Command Line programs 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dirty="0">
                <a:effectLst/>
              </a:rPr>
              <a:t>13:20 - Wrap up  </a:t>
            </a:r>
          </a:p>
        </p:txBody>
      </p:sp>
    </p:spTree>
    <p:extLst>
      <p:ext uri="{BB962C8B-B14F-4D97-AF65-F5344CB8AC3E}">
        <p14:creationId xmlns:p14="http://schemas.microsoft.com/office/powerpoint/2010/main" val="280714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C54F4CE-85F0-46ED-80DA-9518C9251A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ADD1FCA-8ACB-4958-81DD-4CDD6D3E19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5802086" cy="6858000"/>
          </a:xfrm>
          <a:custGeom>
            <a:avLst/>
            <a:gdLst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6695 w 5734864"/>
              <a:gd name="connsiteY13" fmla="*/ 1035077 h 6858000"/>
              <a:gd name="connsiteX14" fmla="*/ 847865 w 5734864"/>
              <a:gd name="connsiteY14" fmla="*/ 1070795 h 6858000"/>
              <a:gd name="connsiteX15" fmla="*/ 862786 w 5734864"/>
              <a:gd name="connsiteY15" fmla="*/ 1238994 h 6858000"/>
              <a:gd name="connsiteX16" fmla="*/ 859345 w 5734864"/>
              <a:gd name="connsiteY16" fmla="*/ 1380427 h 6858000"/>
              <a:gd name="connsiteX17" fmla="*/ 855172 w 5734864"/>
              <a:gd name="connsiteY17" fmla="*/ 1435262 h 6858000"/>
              <a:gd name="connsiteX18" fmla="*/ 860494 w 5734864"/>
              <a:gd name="connsiteY18" fmla="*/ 1453861 h 6858000"/>
              <a:gd name="connsiteX19" fmla="*/ 853731 w 5734864"/>
              <a:gd name="connsiteY19" fmla="*/ 1467047 h 6858000"/>
              <a:gd name="connsiteX20" fmla="*/ 845847 w 5734864"/>
              <a:gd name="connsiteY20" fmla="*/ 1502307 h 6858000"/>
              <a:gd name="connsiteX21" fmla="*/ 817613 w 5734864"/>
              <a:gd name="connsiteY21" fmla="*/ 1565166 h 6858000"/>
              <a:gd name="connsiteX22" fmla="*/ 804223 w 5734864"/>
              <a:gd name="connsiteY22" fmla="*/ 1601941 h 6858000"/>
              <a:gd name="connsiteX23" fmla="*/ 791773 w 5734864"/>
              <a:gd name="connsiteY23" fmla="*/ 1627005 h 6858000"/>
              <a:gd name="connsiteX24" fmla="*/ 774645 w 5734864"/>
              <a:gd name="connsiteY24" fmla="*/ 1699922 h 6858000"/>
              <a:gd name="connsiteX25" fmla="*/ 752343 w 5734864"/>
              <a:gd name="connsiteY25" fmla="*/ 1824604 h 6858000"/>
              <a:gd name="connsiteX26" fmla="*/ 746254 w 5734864"/>
              <a:gd name="connsiteY26" fmla="*/ 1850222 h 6858000"/>
              <a:gd name="connsiteX27" fmla="*/ 728600 w 5734864"/>
              <a:gd name="connsiteY27" fmla="*/ 1869603 h 6858000"/>
              <a:gd name="connsiteX28" fmla="*/ 724396 w 5734864"/>
              <a:gd name="connsiteY28" fmla="*/ 1883104 h 6858000"/>
              <a:gd name="connsiteX29" fmla="*/ 722165 w 5734864"/>
              <a:gd name="connsiteY29" fmla="*/ 1885924 h 6858000"/>
              <a:gd name="connsiteX30" fmla="*/ 721338 w 5734864"/>
              <a:gd name="connsiteY30" fmla="*/ 1887123 h 6858000"/>
              <a:gd name="connsiteX31" fmla="*/ 714840 w 5734864"/>
              <a:gd name="connsiteY31" fmla="*/ 1902274 h 6858000"/>
              <a:gd name="connsiteX32" fmla="*/ 722847 w 5734864"/>
              <a:gd name="connsiteY32" fmla="*/ 1929891 h 6858000"/>
              <a:gd name="connsiteX33" fmla="*/ 719647 w 5734864"/>
              <a:gd name="connsiteY33" fmla="*/ 1936120 h 6858000"/>
              <a:gd name="connsiteX34" fmla="*/ 714660 w 5734864"/>
              <a:gd name="connsiteY34" fmla="*/ 1982709 h 6858000"/>
              <a:gd name="connsiteX35" fmla="*/ 710759 w 5734864"/>
              <a:gd name="connsiteY35" fmla="*/ 2013010 h 6858000"/>
              <a:gd name="connsiteX36" fmla="*/ 697927 w 5734864"/>
              <a:gd name="connsiteY36" fmla="*/ 2069833 h 6858000"/>
              <a:gd name="connsiteX37" fmla="*/ 693594 w 5734864"/>
              <a:gd name="connsiteY37" fmla="*/ 2103731 h 6858000"/>
              <a:gd name="connsiteX38" fmla="*/ 691109 w 5734864"/>
              <a:gd name="connsiteY38" fmla="*/ 2124027 h 6858000"/>
              <a:gd name="connsiteX39" fmla="*/ 676593 w 5734864"/>
              <a:gd name="connsiteY39" fmla="*/ 2176182 h 6858000"/>
              <a:gd name="connsiteX40" fmla="*/ 633227 w 5734864"/>
              <a:gd name="connsiteY40" fmla="*/ 2258036 h 6858000"/>
              <a:gd name="connsiteX41" fmla="*/ 625564 w 5734864"/>
              <a:gd name="connsiteY41" fmla="*/ 2284567 h 6858000"/>
              <a:gd name="connsiteX42" fmla="*/ 627074 w 5734864"/>
              <a:gd name="connsiteY42" fmla="*/ 2289605 h 6858000"/>
              <a:gd name="connsiteX43" fmla="*/ 614574 w 5734864"/>
              <a:gd name="connsiteY43" fmla="*/ 2308717 h 6858000"/>
              <a:gd name="connsiteX44" fmla="*/ 606890 w 5734864"/>
              <a:gd name="connsiteY44" fmla="*/ 2320662 h 6858000"/>
              <a:gd name="connsiteX45" fmla="*/ 605558 w 5734864"/>
              <a:gd name="connsiteY45" fmla="*/ 2327897 h 6858000"/>
              <a:gd name="connsiteX46" fmla="*/ 602202 w 5734864"/>
              <a:gd name="connsiteY46" fmla="*/ 2357749 h 6858000"/>
              <a:gd name="connsiteX47" fmla="*/ 600213 w 5734864"/>
              <a:gd name="connsiteY47" fmla="*/ 2364905 h 6858000"/>
              <a:gd name="connsiteX48" fmla="*/ 597160 w 5734864"/>
              <a:gd name="connsiteY48" fmla="*/ 2388351 h 6858000"/>
              <a:gd name="connsiteX49" fmla="*/ 597982 w 5734864"/>
              <a:gd name="connsiteY49" fmla="*/ 2402296 h 6858000"/>
              <a:gd name="connsiteX50" fmla="*/ 593150 w 5734864"/>
              <a:gd name="connsiteY50" fmla="*/ 2420015 h 6858000"/>
              <a:gd name="connsiteX51" fmla="*/ 592833 w 5734864"/>
              <a:gd name="connsiteY51" fmla="*/ 2422749 h 6858000"/>
              <a:gd name="connsiteX52" fmla="*/ 594479 w 5734864"/>
              <a:gd name="connsiteY52" fmla="*/ 2426002 h 6858000"/>
              <a:gd name="connsiteX53" fmla="*/ 591963 w 5734864"/>
              <a:gd name="connsiteY53" fmla="*/ 2431950 h 6858000"/>
              <a:gd name="connsiteX54" fmla="*/ 591544 w 5734864"/>
              <a:gd name="connsiteY54" fmla="*/ 2433897 h 6858000"/>
              <a:gd name="connsiteX55" fmla="*/ 589519 w 5734864"/>
              <a:gd name="connsiteY55" fmla="*/ 2451398 h 6858000"/>
              <a:gd name="connsiteX56" fmla="*/ 590037 w 5734864"/>
              <a:gd name="connsiteY56" fmla="*/ 2455536 h 6858000"/>
              <a:gd name="connsiteX57" fmla="*/ 588179 w 5734864"/>
              <a:gd name="connsiteY57" fmla="*/ 2462981 h 6858000"/>
              <a:gd name="connsiteX58" fmla="*/ 583434 w 5734864"/>
              <a:gd name="connsiteY58" fmla="*/ 2503991 h 6858000"/>
              <a:gd name="connsiteX59" fmla="*/ 567942 w 5734864"/>
              <a:gd name="connsiteY59" fmla="*/ 2652936 h 6858000"/>
              <a:gd name="connsiteX60" fmla="*/ 573869 w 5734864"/>
              <a:gd name="connsiteY60" fmla="*/ 2670188 h 6858000"/>
              <a:gd name="connsiteX61" fmla="*/ 575243 w 5734864"/>
              <a:gd name="connsiteY61" fmla="*/ 2688114 h 6858000"/>
              <a:gd name="connsiteX62" fmla="*/ 573824 w 5734864"/>
              <a:gd name="connsiteY62" fmla="*/ 2689856 h 6858000"/>
              <a:gd name="connsiteX63" fmla="*/ 570699 w 5734864"/>
              <a:gd name="connsiteY63" fmla="*/ 2709353 h 6858000"/>
              <a:gd name="connsiteX64" fmla="*/ 573192 w 5734864"/>
              <a:gd name="connsiteY64" fmla="*/ 2714527 h 6858000"/>
              <a:gd name="connsiteX65" fmla="*/ 572044 w 5734864"/>
              <a:gd name="connsiteY65" fmla="*/ 2728187 h 6858000"/>
              <a:gd name="connsiteX66" fmla="*/ 572465 w 5734864"/>
              <a:gd name="connsiteY66" fmla="*/ 2755863 h 6858000"/>
              <a:gd name="connsiteX67" fmla="*/ 570028 w 5734864"/>
              <a:gd name="connsiteY67" fmla="*/ 2760324 h 6858000"/>
              <a:gd name="connsiteX68" fmla="*/ 566748 w 5734864"/>
              <a:gd name="connsiteY68" fmla="*/ 2800948 h 6858000"/>
              <a:gd name="connsiteX69" fmla="*/ 565509 w 5734864"/>
              <a:gd name="connsiteY69" fmla="*/ 2801167 h 6858000"/>
              <a:gd name="connsiteX70" fmla="*/ 559367 w 5734864"/>
              <a:gd name="connsiteY70" fmla="*/ 2811129 h 6858000"/>
              <a:gd name="connsiteX71" fmla="*/ 550354 w 5734864"/>
              <a:gd name="connsiteY71" fmla="*/ 2830949 h 6858000"/>
              <a:gd name="connsiteX72" fmla="*/ 514795 w 5734864"/>
              <a:gd name="connsiteY72" fmla="*/ 2872433 h 6858000"/>
              <a:gd name="connsiteX73" fmla="*/ 509875 w 5734864"/>
              <a:gd name="connsiteY73" fmla="*/ 2923099 h 6858000"/>
              <a:gd name="connsiteX74" fmla="*/ 509577 w 5734864"/>
              <a:gd name="connsiteY74" fmla="*/ 2923197 h 6858000"/>
              <a:gd name="connsiteX75" fmla="*/ 507597 w 5734864"/>
              <a:gd name="connsiteY75" fmla="*/ 2931868 h 6858000"/>
              <a:gd name="connsiteX76" fmla="*/ 507379 w 5734864"/>
              <a:gd name="connsiteY76" fmla="*/ 2938322 h 6858000"/>
              <a:gd name="connsiteX77" fmla="*/ 504725 w 5734864"/>
              <a:gd name="connsiteY77" fmla="*/ 2954519 h 6858000"/>
              <a:gd name="connsiteX78" fmla="*/ 502018 w 5734864"/>
              <a:gd name="connsiteY78" fmla="*/ 2959643 h 6858000"/>
              <a:gd name="connsiteX79" fmla="*/ 498360 w 5734864"/>
              <a:gd name="connsiteY79" fmla="*/ 2961019 h 6858000"/>
              <a:gd name="connsiteX80" fmla="*/ 498483 w 5734864"/>
              <a:gd name="connsiteY80" fmla="*/ 2962590 h 6858000"/>
              <a:gd name="connsiteX81" fmla="*/ 484403 w 5734864"/>
              <a:gd name="connsiteY81" fmla="*/ 2990538 h 6858000"/>
              <a:gd name="connsiteX82" fmla="*/ 463075 w 5734864"/>
              <a:gd name="connsiteY82" fmla="*/ 3055956 h 6858000"/>
              <a:gd name="connsiteX83" fmla="*/ 455013 w 5734864"/>
              <a:gd name="connsiteY83" fmla="*/ 3094482 h 6858000"/>
              <a:gd name="connsiteX84" fmla="*/ 428391 w 5734864"/>
              <a:gd name="connsiteY84" fmla="*/ 3198850 h 6858000"/>
              <a:gd name="connsiteX85" fmla="*/ 401440 w 5734864"/>
              <a:gd name="connsiteY85" fmla="*/ 3307560 h 6858000"/>
              <a:gd name="connsiteX86" fmla="*/ 386076 w 5734864"/>
              <a:gd name="connsiteY86" fmla="*/ 3373943 h 6858000"/>
              <a:gd name="connsiteX87" fmla="*/ 374726 w 5734864"/>
              <a:gd name="connsiteY87" fmla="*/ 3381364 h 6858000"/>
              <a:gd name="connsiteX88" fmla="*/ 369145 w 5734864"/>
              <a:gd name="connsiteY88" fmla="*/ 3383729 h 6858000"/>
              <a:gd name="connsiteX89" fmla="*/ 364294 w 5734864"/>
              <a:gd name="connsiteY89" fmla="*/ 3414159 h 6858000"/>
              <a:gd name="connsiteX90" fmla="*/ 366450 w 5734864"/>
              <a:gd name="connsiteY90" fmla="*/ 3436925 h 6858000"/>
              <a:gd name="connsiteX91" fmla="*/ 351743 w 5734864"/>
              <a:gd name="connsiteY91" fmla="*/ 3521619 h 6858000"/>
              <a:gd name="connsiteX92" fmla="*/ 345784 w 5734864"/>
              <a:gd name="connsiteY92" fmla="*/ 3603757 h 6858000"/>
              <a:gd name="connsiteX93" fmla="*/ 344198 w 5734864"/>
              <a:gd name="connsiteY93" fmla="*/ 3652424 h 6858000"/>
              <a:gd name="connsiteX94" fmla="*/ 352450 w 5734864"/>
              <a:gd name="connsiteY94" fmla="*/ 3665222 h 6858000"/>
              <a:gd name="connsiteX95" fmla="*/ 342621 w 5734864"/>
              <a:gd name="connsiteY95" fmla="*/ 3700804 h 6858000"/>
              <a:gd name="connsiteX96" fmla="*/ 341514 w 5734864"/>
              <a:gd name="connsiteY96" fmla="*/ 3734774 h 6858000"/>
              <a:gd name="connsiteX97" fmla="*/ 340607 w 5734864"/>
              <a:gd name="connsiteY97" fmla="*/ 3785153 h 6858000"/>
              <a:gd name="connsiteX98" fmla="*/ 340707 w 5734864"/>
              <a:gd name="connsiteY98" fmla="*/ 3788177 h 6858000"/>
              <a:gd name="connsiteX99" fmla="*/ 340361 w 5734864"/>
              <a:gd name="connsiteY99" fmla="*/ 3798803 h 6858000"/>
              <a:gd name="connsiteX100" fmla="*/ 339642 w 5734864"/>
              <a:gd name="connsiteY100" fmla="*/ 3838750 h 6858000"/>
              <a:gd name="connsiteX101" fmla="*/ 360295 w 5734864"/>
              <a:gd name="connsiteY101" fmla="*/ 4015196 h 6858000"/>
              <a:gd name="connsiteX102" fmla="*/ 339043 w 5734864"/>
              <a:gd name="connsiteY102" fmla="*/ 4052778 h 6858000"/>
              <a:gd name="connsiteX103" fmla="*/ 339343 w 5734864"/>
              <a:gd name="connsiteY103" fmla="*/ 4096257 h 6858000"/>
              <a:gd name="connsiteX104" fmla="*/ 340786 w 5734864"/>
              <a:gd name="connsiteY104" fmla="*/ 4321136 h 6858000"/>
              <a:gd name="connsiteX105" fmla="*/ 343158 w 5734864"/>
              <a:gd name="connsiteY105" fmla="*/ 4429174 h 6858000"/>
              <a:gd name="connsiteX106" fmla="*/ 334599 w 5734864"/>
              <a:gd name="connsiteY106" fmla="*/ 4449938 h 6858000"/>
              <a:gd name="connsiteX107" fmla="*/ 332890 w 5734864"/>
              <a:gd name="connsiteY107" fmla="*/ 4453515 h 6858000"/>
              <a:gd name="connsiteX108" fmla="*/ 331105 w 5734864"/>
              <a:gd name="connsiteY108" fmla="*/ 4467941 h 6858000"/>
              <a:gd name="connsiteX109" fmla="*/ 324289 w 5734864"/>
              <a:gd name="connsiteY109" fmla="*/ 4471861 h 6858000"/>
              <a:gd name="connsiteX110" fmla="*/ 317079 w 5734864"/>
              <a:gd name="connsiteY110" fmla="*/ 4493468 h 6858000"/>
              <a:gd name="connsiteX111" fmla="*/ 315557 w 5734864"/>
              <a:gd name="connsiteY111" fmla="*/ 4520067 h 6858000"/>
              <a:gd name="connsiteX112" fmla="*/ 315240 w 5734864"/>
              <a:gd name="connsiteY112" fmla="*/ 4536872 h 6858000"/>
              <a:gd name="connsiteX113" fmla="*/ 316200 w 5734864"/>
              <a:gd name="connsiteY113" fmla="*/ 4538297 h 6858000"/>
              <a:gd name="connsiteX114" fmla="*/ 317507 w 5734864"/>
              <a:gd name="connsiteY114" fmla="*/ 4547582 h 6858000"/>
              <a:gd name="connsiteX115" fmla="*/ 323078 w 5734864"/>
              <a:gd name="connsiteY115" fmla="*/ 4592102 h 6858000"/>
              <a:gd name="connsiteX116" fmla="*/ 328722 w 5734864"/>
              <a:gd name="connsiteY116" fmla="*/ 4667914 h 6858000"/>
              <a:gd name="connsiteX117" fmla="*/ 335597 w 5734864"/>
              <a:gd name="connsiteY117" fmla="*/ 4695035 h 6858000"/>
              <a:gd name="connsiteX118" fmla="*/ 339485 w 5734864"/>
              <a:gd name="connsiteY118" fmla="*/ 4695979 h 6858000"/>
              <a:gd name="connsiteX119" fmla="*/ 341089 w 5734864"/>
              <a:gd name="connsiteY119" fmla="*/ 4704268 h 6858000"/>
              <a:gd name="connsiteX120" fmla="*/ 342177 w 5734864"/>
              <a:gd name="connsiteY120" fmla="*/ 4706060 h 6858000"/>
              <a:gd name="connsiteX121" fmla="*/ 347751 w 5734864"/>
              <a:gd name="connsiteY121" fmla="*/ 4716754 h 6858000"/>
              <a:gd name="connsiteX122" fmla="*/ 344125 w 5734864"/>
              <a:gd name="connsiteY122" fmla="*/ 4764669 h 6858000"/>
              <a:gd name="connsiteX123" fmla="*/ 340188 w 5734864"/>
              <a:gd name="connsiteY123" fmla="*/ 4779386 h 6858000"/>
              <a:gd name="connsiteX124" fmla="*/ 335146 w 5734864"/>
              <a:gd name="connsiteY124" fmla="*/ 4787491 h 6858000"/>
              <a:gd name="connsiteX125" fmla="*/ 319124 w 5734864"/>
              <a:gd name="connsiteY125" fmla="*/ 4843514 h 6858000"/>
              <a:gd name="connsiteX126" fmla="*/ 305956 w 5734864"/>
              <a:gd name="connsiteY126" fmla="*/ 4881505 h 6858000"/>
              <a:gd name="connsiteX127" fmla="*/ 301062 w 5734864"/>
              <a:gd name="connsiteY127" fmla="*/ 4889332 h 6858000"/>
              <a:gd name="connsiteX128" fmla="*/ 302141 w 5734864"/>
              <a:gd name="connsiteY128" fmla="*/ 4899400 h 6858000"/>
              <a:gd name="connsiteX129" fmla="*/ 304424 w 5734864"/>
              <a:gd name="connsiteY129" fmla="*/ 4902664 h 6858000"/>
              <a:gd name="connsiteX130" fmla="*/ 293123 w 5734864"/>
              <a:gd name="connsiteY130" fmla="*/ 4932769 h 6858000"/>
              <a:gd name="connsiteX131" fmla="*/ 292275 w 5734864"/>
              <a:gd name="connsiteY131" fmla="*/ 4936482 h 6858000"/>
              <a:gd name="connsiteX132" fmla="*/ 288304 w 5734864"/>
              <a:gd name="connsiteY132" fmla="*/ 4962325 h 6858000"/>
              <a:gd name="connsiteX133" fmla="*/ 287420 w 5734864"/>
              <a:gd name="connsiteY133" fmla="*/ 5042193 h 6858000"/>
              <a:gd name="connsiteX134" fmla="*/ 287020 w 5734864"/>
              <a:gd name="connsiteY134" fmla="*/ 5065655 h 6858000"/>
              <a:gd name="connsiteX135" fmla="*/ 288488 w 5734864"/>
              <a:gd name="connsiteY135" fmla="*/ 5082216 h 6858000"/>
              <a:gd name="connsiteX136" fmla="*/ 282763 w 5734864"/>
              <a:gd name="connsiteY136" fmla="*/ 5127114 h 6858000"/>
              <a:gd name="connsiteX137" fmla="*/ 269316 w 5734864"/>
              <a:gd name="connsiteY137" fmla="*/ 5202682 h 6858000"/>
              <a:gd name="connsiteX138" fmla="*/ 269174 w 5734864"/>
              <a:gd name="connsiteY138" fmla="*/ 5230835 h 6858000"/>
              <a:gd name="connsiteX139" fmla="*/ 272679 w 5734864"/>
              <a:gd name="connsiteY139" fmla="*/ 5232660 h 6858000"/>
              <a:gd name="connsiteX140" fmla="*/ 272160 w 5734864"/>
              <a:gd name="connsiteY140" fmla="*/ 5241150 h 6858000"/>
              <a:gd name="connsiteX141" fmla="*/ 272760 w 5734864"/>
              <a:gd name="connsiteY141" fmla="*/ 5243156 h 6858000"/>
              <a:gd name="connsiteX142" fmla="*/ 275462 w 5734864"/>
              <a:gd name="connsiteY142" fmla="*/ 5254919 h 6858000"/>
              <a:gd name="connsiteX143" fmla="*/ 262897 w 5734864"/>
              <a:gd name="connsiteY143" fmla="*/ 5286259 h 6858000"/>
              <a:gd name="connsiteX144" fmla="*/ 252761 w 5734864"/>
              <a:gd name="connsiteY144" fmla="*/ 5357801 h 6858000"/>
              <a:gd name="connsiteX145" fmla="*/ 242360 w 5734864"/>
              <a:gd name="connsiteY145" fmla="*/ 5460080 h 6858000"/>
              <a:gd name="connsiteX146" fmla="*/ 229880 w 5734864"/>
              <a:gd name="connsiteY146" fmla="*/ 5539714 h 6858000"/>
              <a:gd name="connsiteX147" fmla="*/ 204283 w 5734864"/>
              <a:gd name="connsiteY147" fmla="*/ 5639080 h 6858000"/>
              <a:gd name="connsiteX148" fmla="*/ 198948 w 5734864"/>
              <a:gd name="connsiteY148" fmla="*/ 5710958 h 6858000"/>
              <a:gd name="connsiteX149" fmla="*/ 192367 w 5734864"/>
              <a:gd name="connsiteY149" fmla="*/ 5719859 h 6858000"/>
              <a:gd name="connsiteX150" fmla="*/ 188035 w 5734864"/>
              <a:gd name="connsiteY150" fmla="*/ 5729935 h 6858000"/>
              <a:gd name="connsiteX151" fmla="*/ 188428 w 5734864"/>
              <a:gd name="connsiteY151" fmla="*/ 5731182 h 6858000"/>
              <a:gd name="connsiteX152" fmla="*/ 181635 w 5734864"/>
              <a:gd name="connsiteY152" fmla="*/ 5753538 h 6858000"/>
              <a:gd name="connsiteX153" fmla="*/ 169744 w 5734864"/>
              <a:gd name="connsiteY153" fmla="*/ 5796307 h 6858000"/>
              <a:gd name="connsiteX154" fmla="*/ 170351 w 5734864"/>
              <a:gd name="connsiteY154" fmla="*/ 5796644 h 6858000"/>
              <a:gd name="connsiteX155" fmla="*/ 171559 w 5734864"/>
              <a:gd name="connsiteY155" fmla="*/ 5803435 h 6858000"/>
              <a:gd name="connsiteX156" fmla="*/ 172284 w 5734864"/>
              <a:gd name="connsiteY156" fmla="*/ 5816391 h 6858000"/>
              <a:gd name="connsiteX157" fmla="*/ 182542 w 5734864"/>
              <a:gd name="connsiteY157" fmla="*/ 5846382 h 6858000"/>
              <a:gd name="connsiteX158" fmla="*/ 175877 w 5734864"/>
              <a:gd name="connsiteY158" fmla="*/ 5871336 h 6858000"/>
              <a:gd name="connsiteX159" fmla="*/ 174910 w 5734864"/>
              <a:gd name="connsiteY159" fmla="*/ 5876376 h 6858000"/>
              <a:gd name="connsiteX160" fmla="*/ 175047 w 5734864"/>
              <a:gd name="connsiteY160" fmla="*/ 5876483 h 6858000"/>
              <a:gd name="connsiteX161" fmla="*/ 174335 w 5734864"/>
              <a:gd name="connsiteY161" fmla="*/ 5881814 h 6858000"/>
              <a:gd name="connsiteX162" fmla="*/ 171273 w 5734864"/>
              <a:gd name="connsiteY162" fmla="*/ 5895339 h 6858000"/>
              <a:gd name="connsiteX163" fmla="*/ 171658 w 5734864"/>
              <a:gd name="connsiteY163" fmla="*/ 5898749 h 6858000"/>
              <a:gd name="connsiteX164" fmla="*/ 174658 w 5734864"/>
              <a:gd name="connsiteY164" fmla="*/ 5919558 h 6858000"/>
              <a:gd name="connsiteX165" fmla="*/ 169099 w 5734864"/>
              <a:gd name="connsiteY165" fmla="*/ 5984417 h 6858000"/>
              <a:gd name="connsiteX166" fmla="*/ 162007 w 5734864"/>
              <a:gd name="connsiteY166" fmla="*/ 6049043 h 6858000"/>
              <a:gd name="connsiteX167" fmla="*/ 156875 w 5734864"/>
              <a:gd name="connsiteY167" fmla="*/ 6114000 h 6858000"/>
              <a:gd name="connsiteX168" fmla="*/ 165441 w 5734864"/>
              <a:gd name="connsiteY168" fmla="*/ 6146938 h 6858000"/>
              <a:gd name="connsiteX169" fmla="*/ 165177 w 5734864"/>
              <a:gd name="connsiteY169" fmla="*/ 6150658 h 6858000"/>
              <a:gd name="connsiteX170" fmla="*/ 161772 w 5734864"/>
              <a:gd name="connsiteY170" fmla="*/ 6160011 h 6858000"/>
              <a:gd name="connsiteX171" fmla="*/ 160051 w 5734864"/>
              <a:gd name="connsiteY171" fmla="*/ 6163393 h 6858000"/>
              <a:gd name="connsiteX172" fmla="*/ 158473 w 5734864"/>
              <a:gd name="connsiteY172" fmla="*/ 6168628 h 6858000"/>
              <a:gd name="connsiteX173" fmla="*/ 158573 w 5734864"/>
              <a:gd name="connsiteY173" fmla="*/ 6168799 h 6858000"/>
              <a:gd name="connsiteX174" fmla="*/ 146463 w 5734864"/>
              <a:gd name="connsiteY174" fmla="*/ 6196671 h 6858000"/>
              <a:gd name="connsiteX175" fmla="*/ 150209 w 5734864"/>
              <a:gd name="connsiteY175" fmla="*/ 6232365 h 6858000"/>
              <a:gd name="connsiteX176" fmla="*/ 148544 w 5734864"/>
              <a:gd name="connsiteY176" fmla="*/ 6246162 h 6858000"/>
              <a:gd name="connsiteX177" fmla="*/ 148403 w 5734864"/>
              <a:gd name="connsiteY177" fmla="*/ 6253754 h 6858000"/>
              <a:gd name="connsiteX178" fmla="*/ 138880 w 5734864"/>
              <a:gd name="connsiteY178" fmla="*/ 6276449 h 6858000"/>
              <a:gd name="connsiteX179" fmla="*/ 138683 w 5734864"/>
              <a:gd name="connsiteY179" fmla="*/ 6279721 h 6858000"/>
              <a:gd name="connsiteX180" fmla="*/ 130721 w 5734864"/>
              <a:gd name="connsiteY180" fmla="*/ 6293675 h 6858000"/>
              <a:gd name="connsiteX181" fmla="*/ 120717 w 5734864"/>
              <a:gd name="connsiteY181" fmla="*/ 6313967 h 6858000"/>
              <a:gd name="connsiteX182" fmla="*/ 120841 w 5734864"/>
              <a:gd name="connsiteY182" fmla="*/ 6315437 h 6858000"/>
              <a:gd name="connsiteX183" fmla="*/ 115208 w 5734864"/>
              <a:gd name="connsiteY183" fmla="*/ 6324024 h 6858000"/>
              <a:gd name="connsiteX184" fmla="*/ 101217 w 5734864"/>
              <a:gd name="connsiteY184" fmla="*/ 6365923 h 6858000"/>
              <a:gd name="connsiteX185" fmla="*/ 74946 w 5734864"/>
              <a:gd name="connsiteY185" fmla="*/ 6556817 h 6858000"/>
              <a:gd name="connsiteX186" fmla="*/ 16001 w 5734864"/>
              <a:gd name="connsiteY186" fmla="*/ 6808678 h 6858000"/>
              <a:gd name="connsiteX187" fmla="*/ 0 w 5734864"/>
              <a:gd name="connsiteY187" fmla="*/ 6858000 h 6858000"/>
              <a:gd name="connsiteX188" fmla="*/ 5734864 w 5734864"/>
              <a:gd name="connsiteY188" fmla="*/ 6858000 h 6858000"/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6695 w 5734864"/>
              <a:gd name="connsiteY13" fmla="*/ 1035077 h 6858000"/>
              <a:gd name="connsiteX14" fmla="*/ 847865 w 5734864"/>
              <a:gd name="connsiteY14" fmla="*/ 1070795 h 6858000"/>
              <a:gd name="connsiteX15" fmla="*/ 862786 w 5734864"/>
              <a:gd name="connsiteY15" fmla="*/ 1238994 h 6858000"/>
              <a:gd name="connsiteX16" fmla="*/ 859345 w 5734864"/>
              <a:gd name="connsiteY16" fmla="*/ 1380427 h 6858000"/>
              <a:gd name="connsiteX17" fmla="*/ 855172 w 5734864"/>
              <a:gd name="connsiteY17" fmla="*/ 1435262 h 6858000"/>
              <a:gd name="connsiteX18" fmla="*/ 860494 w 5734864"/>
              <a:gd name="connsiteY18" fmla="*/ 1453861 h 6858000"/>
              <a:gd name="connsiteX19" fmla="*/ 853731 w 5734864"/>
              <a:gd name="connsiteY19" fmla="*/ 1467047 h 6858000"/>
              <a:gd name="connsiteX20" fmla="*/ 845847 w 5734864"/>
              <a:gd name="connsiteY20" fmla="*/ 1502307 h 6858000"/>
              <a:gd name="connsiteX21" fmla="*/ 817613 w 5734864"/>
              <a:gd name="connsiteY21" fmla="*/ 1565166 h 6858000"/>
              <a:gd name="connsiteX22" fmla="*/ 804223 w 5734864"/>
              <a:gd name="connsiteY22" fmla="*/ 1601941 h 6858000"/>
              <a:gd name="connsiteX23" fmla="*/ 791773 w 5734864"/>
              <a:gd name="connsiteY23" fmla="*/ 1627005 h 6858000"/>
              <a:gd name="connsiteX24" fmla="*/ 774645 w 5734864"/>
              <a:gd name="connsiteY24" fmla="*/ 1699922 h 6858000"/>
              <a:gd name="connsiteX25" fmla="*/ 752343 w 5734864"/>
              <a:gd name="connsiteY25" fmla="*/ 1824604 h 6858000"/>
              <a:gd name="connsiteX26" fmla="*/ 746254 w 5734864"/>
              <a:gd name="connsiteY26" fmla="*/ 1850222 h 6858000"/>
              <a:gd name="connsiteX27" fmla="*/ 728600 w 5734864"/>
              <a:gd name="connsiteY27" fmla="*/ 1869603 h 6858000"/>
              <a:gd name="connsiteX28" fmla="*/ 724396 w 5734864"/>
              <a:gd name="connsiteY28" fmla="*/ 1883104 h 6858000"/>
              <a:gd name="connsiteX29" fmla="*/ 722165 w 5734864"/>
              <a:gd name="connsiteY29" fmla="*/ 1885924 h 6858000"/>
              <a:gd name="connsiteX30" fmla="*/ 721338 w 5734864"/>
              <a:gd name="connsiteY30" fmla="*/ 1887123 h 6858000"/>
              <a:gd name="connsiteX31" fmla="*/ 714840 w 5734864"/>
              <a:gd name="connsiteY31" fmla="*/ 1902274 h 6858000"/>
              <a:gd name="connsiteX32" fmla="*/ 722847 w 5734864"/>
              <a:gd name="connsiteY32" fmla="*/ 1929891 h 6858000"/>
              <a:gd name="connsiteX33" fmla="*/ 714660 w 5734864"/>
              <a:gd name="connsiteY33" fmla="*/ 1982709 h 6858000"/>
              <a:gd name="connsiteX34" fmla="*/ 710759 w 5734864"/>
              <a:gd name="connsiteY34" fmla="*/ 2013010 h 6858000"/>
              <a:gd name="connsiteX35" fmla="*/ 697927 w 5734864"/>
              <a:gd name="connsiteY35" fmla="*/ 2069833 h 6858000"/>
              <a:gd name="connsiteX36" fmla="*/ 693594 w 5734864"/>
              <a:gd name="connsiteY36" fmla="*/ 2103731 h 6858000"/>
              <a:gd name="connsiteX37" fmla="*/ 691109 w 5734864"/>
              <a:gd name="connsiteY37" fmla="*/ 2124027 h 6858000"/>
              <a:gd name="connsiteX38" fmla="*/ 676593 w 5734864"/>
              <a:gd name="connsiteY38" fmla="*/ 2176182 h 6858000"/>
              <a:gd name="connsiteX39" fmla="*/ 633227 w 5734864"/>
              <a:gd name="connsiteY39" fmla="*/ 2258036 h 6858000"/>
              <a:gd name="connsiteX40" fmla="*/ 625564 w 5734864"/>
              <a:gd name="connsiteY40" fmla="*/ 2284567 h 6858000"/>
              <a:gd name="connsiteX41" fmla="*/ 627074 w 5734864"/>
              <a:gd name="connsiteY41" fmla="*/ 2289605 h 6858000"/>
              <a:gd name="connsiteX42" fmla="*/ 614574 w 5734864"/>
              <a:gd name="connsiteY42" fmla="*/ 2308717 h 6858000"/>
              <a:gd name="connsiteX43" fmla="*/ 606890 w 5734864"/>
              <a:gd name="connsiteY43" fmla="*/ 2320662 h 6858000"/>
              <a:gd name="connsiteX44" fmla="*/ 605558 w 5734864"/>
              <a:gd name="connsiteY44" fmla="*/ 2327897 h 6858000"/>
              <a:gd name="connsiteX45" fmla="*/ 602202 w 5734864"/>
              <a:gd name="connsiteY45" fmla="*/ 2357749 h 6858000"/>
              <a:gd name="connsiteX46" fmla="*/ 600213 w 5734864"/>
              <a:gd name="connsiteY46" fmla="*/ 2364905 h 6858000"/>
              <a:gd name="connsiteX47" fmla="*/ 597160 w 5734864"/>
              <a:gd name="connsiteY47" fmla="*/ 2388351 h 6858000"/>
              <a:gd name="connsiteX48" fmla="*/ 597982 w 5734864"/>
              <a:gd name="connsiteY48" fmla="*/ 2402296 h 6858000"/>
              <a:gd name="connsiteX49" fmla="*/ 593150 w 5734864"/>
              <a:gd name="connsiteY49" fmla="*/ 2420015 h 6858000"/>
              <a:gd name="connsiteX50" fmla="*/ 592833 w 5734864"/>
              <a:gd name="connsiteY50" fmla="*/ 2422749 h 6858000"/>
              <a:gd name="connsiteX51" fmla="*/ 594479 w 5734864"/>
              <a:gd name="connsiteY51" fmla="*/ 2426002 h 6858000"/>
              <a:gd name="connsiteX52" fmla="*/ 591963 w 5734864"/>
              <a:gd name="connsiteY52" fmla="*/ 2431950 h 6858000"/>
              <a:gd name="connsiteX53" fmla="*/ 591544 w 5734864"/>
              <a:gd name="connsiteY53" fmla="*/ 2433897 h 6858000"/>
              <a:gd name="connsiteX54" fmla="*/ 589519 w 5734864"/>
              <a:gd name="connsiteY54" fmla="*/ 2451398 h 6858000"/>
              <a:gd name="connsiteX55" fmla="*/ 590037 w 5734864"/>
              <a:gd name="connsiteY55" fmla="*/ 2455536 h 6858000"/>
              <a:gd name="connsiteX56" fmla="*/ 588179 w 5734864"/>
              <a:gd name="connsiteY56" fmla="*/ 2462981 h 6858000"/>
              <a:gd name="connsiteX57" fmla="*/ 583434 w 5734864"/>
              <a:gd name="connsiteY57" fmla="*/ 2503991 h 6858000"/>
              <a:gd name="connsiteX58" fmla="*/ 567942 w 5734864"/>
              <a:gd name="connsiteY58" fmla="*/ 2652936 h 6858000"/>
              <a:gd name="connsiteX59" fmla="*/ 573869 w 5734864"/>
              <a:gd name="connsiteY59" fmla="*/ 2670188 h 6858000"/>
              <a:gd name="connsiteX60" fmla="*/ 575243 w 5734864"/>
              <a:gd name="connsiteY60" fmla="*/ 2688114 h 6858000"/>
              <a:gd name="connsiteX61" fmla="*/ 573824 w 5734864"/>
              <a:gd name="connsiteY61" fmla="*/ 2689856 h 6858000"/>
              <a:gd name="connsiteX62" fmla="*/ 570699 w 5734864"/>
              <a:gd name="connsiteY62" fmla="*/ 2709353 h 6858000"/>
              <a:gd name="connsiteX63" fmla="*/ 573192 w 5734864"/>
              <a:gd name="connsiteY63" fmla="*/ 2714527 h 6858000"/>
              <a:gd name="connsiteX64" fmla="*/ 572044 w 5734864"/>
              <a:gd name="connsiteY64" fmla="*/ 2728187 h 6858000"/>
              <a:gd name="connsiteX65" fmla="*/ 572465 w 5734864"/>
              <a:gd name="connsiteY65" fmla="*/ 2755863 h 6858000"/>
              <a:gd name="connsiteX66" fmla="*/ 570028 w 5734864"/>
              <a:gd name="connsiteY66" fmla="*/ 2760324 h 6858000"/>
              <a:gd name="connsiteX67" fmla="*/ 566748 w 5734864"/>
              <a:gd name="connsiteY67" fmla="*/ 2800948 h 6858000"/>
              <a:gd name="connsiteX68" fmla="*/ 565509 w 5734864"/>
              <a:gd name="connsiteY68" fmla="*/ 2801167 h 6858000"/>
              <a:gd name="connsiteX69" fmla="*/ 559367 w 5734864"/>
              <a:gd name="connsiteY69" fmla="*/ 2811129 h 6858000"/>
              <a:gd name="connsiteX70" fmla="*/ 550354 w 5734864"/>
              <a:gd name="connsiteY70" fmla="*/ 2830949 h 6858000"/>
              <a:gd name="connsiteX71" fmla="*/ 514795 w 5734864"/>
              <a:gd name="connsiteY71" fmla="*/ 2872433 h 6858000"/>
              <a:gd name="connsiteX72" fmla="*/ 509875 w 5734864"/>
              <a:gd name="connsiteY72" fmla="*/ 2923099 h 6858000"/>
              <a:gd name="connsiteX73" fmla="*/ 509577 w 5734864"/>
              <a:gd name="connsiteY73" fmla="*/ 2923197 h 6858000"/>
              <a:gd name="connsiteX74" fmla="*/ 507597 w 5734864"/>
              <a:gd name="connsiteY74" fmla="*/ 2931868 h 6858000"/>
              <a:gd name="connsiteX75" fmla="*/ 507379 w 5734864"/>
              <a:gd name="connsiteY75" fmla="*/ 2938322 h 6858000"/>
              <a:gd name="connsiteX76" fmla="*/ 504725 w 5734864"/>
              <a:gd name="connsiteY76" fmla="*/ 2954519 h 6858000"/>
              <a:gd name="connsiteX77" fmla="*/ 502018 w 5734864"/>
              <a:gd name="connsiteY77" fmla="*/ 2959643 h 6858000"/>
              <a:gd name="connsiteX78" fmla="*/ 498360 w 5734864"/>
              <a:gd name="connsiteY78" fmla="*/ 2961019 h 6858000"/>
              <a:gd name="connsiteX79" fmla="*/ 498483 w 5734864"/>
              <a:gd name="connsiteY79" fmla="*/ 2962590 h 6858000"/>
              <a:gd name="connsiteX80" fmla="*/ 484403 w 5734864"/>
              <a:gd name="connsiteY80" fmla="*/ 2990538 h 6858000"/>
              <a:gd name="connsiteX81" fmla="*/ 463075 w 5734864"/>
              <a:gd name="connsiteY81" fmla="*/ 3055956 h 6858000"/>
              <a:gd name="connsiteX82" fmla="*/ 455013 w 5734864"/>
              <a:gd name="connsiteY82" fmla="*/ 3094482 h 6858000"/>
              <a:gd name="connsiteX83" fmla="*/ 428391 w 5734864"/>
              <a:gd name="connsiteY83" fmla="*/ 3198850 h 6858000"/>
              <a:gd name="connsiteX84" fmla="*/ 401440 w 5734864"/>
              <a:gd name="connsiteY84" fmla="*/ 3307560 h 6858000"/>
              <a:gd name="connsiteX85" fmla="*/ 386076 w 5734864"/>
              <a:gd name="connsiteY85" fmla="*/ 3373943 h 6858000"/>
              <a:gd name="connsiteX86" fmla="*/ 374726 w 5734864"/>
              <a:gd name="connsiteY86" fmla="*/ 3381364 h 6858000"/>
              <a:gd name="connsiteX87" fmla="*/ 369145 w 5734864"/>
              <a:gd name="connsiteY87" fmla="*/ 3383729 h 6858000"/>
              <a:gd name="connsiteX88" fmla="*/ 364294 w 5734864"/>
              <a:gd name="connsiteY88" fmla="*/ 3414159 h 6858000"/>
              <a:gd name="connsiteX89" fmla="*/ 366450 w 5734864"/>
              <a:gd name="connsiteY89" fmla="*/ 3436925 h 6858000"/>
              <a:gd name="connsiteX90" fmla="*/ 351743 w 5734864"/>
              <a:gd name="connsiteY90" fmla="*/ 3521619 h 6858000"/>
              <a:gd name="connsiteX91" fmla="*/ 345784 w 5734864"/>
              <a:gd name="connsiteY91" fmla="*/ 3603757 h 6858000"/>
              <a:gd name="connsiteX92" fmla="*/ 344198 w 5734864"/>
              <a:gd name="connsiteY92" fmla="*/ 3652424 h 6858000"/>
              <a:gd name="connsiteX93" fmla="*/ 352450 w 5734864"/>
              <a:gd name="connsiteY93" fmla="*/ 3665222 h 6858000"/>
              <a:gd name="connsiteX94" fmla="*/ 342621 w 5734864"/>
              <a:gd name="connsiteY94" fmla="*/ 3700804 h 6858000"/>
              <a:gd name="connsiteX95" fmla="*/ 341514 w 5734864"/>
              <a:gd name="connsiteY95" fmla="*/ 3734774 h 6858000"/>
              <a:gd name="connsiteX96" fmla="*/ 340607 w 5734864"/>
              <a:gd name="connsiteY96" fmla="*/ 3785153 h 6858000"/>
              <a:gd name="connsiteX97" fmla="*/ 340707 w 5734864"/>
              <a:gd name="connsiteY97" fmla="*/ 3788177 h 6858000"/>
              <a:gd name="connsiteX98" fmla="*/ 340361 w 5734864"/>
              <a:gd name="connsiteY98" fmla="*/ 3798803 h 6858000"/>
              <a:gd name="connsiteX99" fmla="*/ 339642 w 5734864"/>
              <a:gd name="connsiteY99" fmla="*/ 3838750 h 6858000"/>
              <a:gd name="connsiteX100" fmla="*/ 360295 w 5734864"/>
              <a:gd name="connsiteY100" fmla="*/ 4015196 h 6858000"/>
              <a:gd name="connsiteX101" fmla="*/ 339043 w 5734864"/>
              <a:gd name="connsiteY101" fmla="*/ 4052778 h 6858000"/>
              <a:gd name="connsiteX102" fmla="*/ 339343 w 5734864"/>
              <a:gd name="connsiteY102" fmla="*/ 4096257 h 6858000"/>
              <a:gd name="connsiteX103" fmla="*/ 340786 w 5734864"/>
              <a:gd name="connsiteY103" fmla="*/ 4321136 h 6858000"/>
              <a:gd name="connsiteX104" fmla="*/ 343158 w 5734864"/>
              <a:gd name="connsiteY104" fmla="*/ 4429174 h 6858000"/>
              <a:gd name="connsiteX105" fmla="*/ 334599 w 5734864"/>
              <a:gd name="connsiteY105" fmla="*/ 4449938 h 6858000"/>
              <a:gd name="connsiteX106" fmla="*/ 332890 w 5734864"/>
              <a:gd name="connsiteY106" fmla="*/ 4453515 h 6858000"/>
              <a:gd name="connsiteX107" fmla="*/ 331105 w 5734864"/>
              <a:gd name="connsiteY107" fmla="*/ 4467941 h 6858000"/>
              <a:gd name="connsiteX108" fmla="*/ 324289 w 5734864"/>
              <a:gd name="connsiteY108" fmla="*/ 4471861 h 6858000"/>
              <a:gd name="connsiteX109" fmla="*/ 317079 w 5734864"/>
              <a:gd name="connsiteY109" fmla="*/ 4493468 h 6858000"/>
              <a:gd name="connsiteX110" fmla="*/ 315557 w 5734864"/>
              <a:gd name="connsiteY110" fmla="*/ 4520067 h 6858000"/>
              <a:gd name="connsiteX111" fmla="*/ 315240 w 5734864"/>
              <a:gd name="connsiteY111" fmla="*/ 4536872 h 6858000"/>
              <a:gd name="connsiteX112" fmla="*/ 316200 w 5734864"/>
              <a:gd name="connsiteY112" fmla="*/ 4538297 h 6858000"/>
              <a:gd name="connsiteX113" fmla="*/ 317507 w 5734864"/>
              <a:gd name="connsiteY113" fmla="*/ 4547582 h 6858000"/>
              <a:gd name="connsiteX114" fmla="*/ 323078 w 5734864"/>
              <a:gd name="connsiteY114" fmla="*/ 4592102 h 6858000"/>
              <a:gd name="connsiteX115" fmla="*/ 328722 w 5734864"/>
              <a:gd name="connsiteY115" fmla="*/ 4667914 h 6858000"/>
              <a:gd name="connsiteX116" fmla="*/ 335597 w 5734864"/>
              <a:gd name="connsiteY116" fmla="*/ 4695035 h 6858000"/>
              <a:gd name="connsiteX117" fmla="*/ 339485 w 5734864"/>
              <a:gd name="connsiteY117" fmla="*/ 4695979 h 6858000"/>
              <a:gd name="connsiteX118" fmla="*/ 341089 w 5734864"/>
              <a:gd name="connsiteY118" fmla="*/ 4704268 h 6858000"/>
              <a:gd name="connsiteX119" fmla="*/ 342177 w 5734864"/>
              <a:gd name="connsiteY119" fmla="*/ 4706060 h 6858000"/>
              <a:gd name="connsiteX120" fmla="*/ 347751 w 5734864"/>
              <a:gd name="connsiteY120" fmla="*/ 4716754 h 6858000"/>
              <a:gd name="connsiteX121" fmla="*/ 344125 w 5734864"/>
              <a:gd name="connsiteY121" fmla="*/ 4764669 h 6858000"/>
              <a:gd name="connsiteX122" fmla="*/ 340188 w 5734864"/>
              <a:gd name="connsiteY122" fmla="*/ 4779386 h 6858000"/>
              <a:gd name="connsiteX123" fmla="*/ 335146 w 5734864"/>
              <a:gd name="connsiteY123" fmla="*/ 4787491 h 6858000"/>
              <a:gd name="connsiteX124" fmla="*/ 319124 w 5734864"/>
              <a:gd name="connsiteY124" fmla="*/ 4843514 h 6858000"/>
              <a:gd name="connsiteX125" fmla="*/ 305956 w 5734864"/>
              <a:gd name="connsiteY125" fmla="*/ 4881505 h 6858000"/>
              <a:gd name="connsiteX126" fmla="*/ 301062 w 5734864"/>
              <a:gd name="connsiteY126" fmla="*/ 4889332 h 6858000"/>
              <a:gd name="connsiteX127" fmla="*/ 302141 w 5734864"/>
              <a:gd name="connsiteY127" fmla="*/ 4899400 h 6858000"/>
              <a:gd name="connsiteX128" fmla="*/ 304424 w 5734864"/>
              <a:gd name="connsiteY128" fmla="*/ 4902664 h 6858000"/>
              <a:gd name="connsiteX129" fmla="*/ 293123 w 5734864"/>
              <a:gd name="connsiteY129" fmla="*/ 4932769 h 6858000"/>
              <a:gd name="connsiteX130" fmla="*/ 292275 w 5734864"/>
              <a:gd name="connsiteY130" fmla="*/ 4936482 h 6858000"/>
              <a:gd name="connsiteX131" fmla="*/ 288304 w 5734864"/>
              <a:gd name="connsiteY131" fmla="*/ 4962325 h 6858000"/>
              <a:gd name="connsiteX132" fmla="*/ 287420 w 5734864"/>
              <a:gd name="connsiteY132" fmla="*/ 5042193 h 6858000"/>
              <a:gd name="connsiteX133" fmla="*/ 287020 w 5734864"/>
              <a:gd name="connsiteY133" fmla="*/ 5065655 h 6858000"/>
              <a:gd name="connsiteX134" fmla="*/ 288488 w 5734864"/>
              <a:gd name="connsiteY134" fmla="*/ 5082216 h 6858000"/>
              <a:gd name="connsiteX135" fmla="*/ 282763 w 5734864"/>
              <a:gd name="connsiteY135" fmla="*/ 5127114 h 6858000"/>
              <a:gd name="connsiteX136" fmla="*/ 269316 w 5734864"/>
              <a:gd name="connsiteY136" fmla="*/ 5202682 h 6858000"/>
              <a:gd name="connsiteX137" fmla="*/ 269174 w 5734864"/>
              <a:gd name="connsiteY137" fmla="*/ 5230835 h 6858000"/>
              <a:gd name="connsiteX138" fmla="*/ 272679 w 5734864"/>
              <a:gd name="connsiteY138" fmla="*/ 5232660 h 6858000"/>
              <a:gd name="connsiteX139" fmla="*/ 272160 w 5734864"/>
              <a:gd name="connsiteY139" fmla="*/ 5241150 h 6858000"/>
              <a:gd name="connsiteX140" fmla="*/ 272760 w 5734864"/>
              <a:gd name="connsiteY140" fmla="*/ 5243156 h 6858000"/>
              <a:gd name="connsiteX141" fmla="*/ 275462 w 5734864"/>
              <a:gd name="connsiteY141" fmla="*/ 5254919 h 6858000"/>
              <a:gd name="connsiteX142" fmla="*/ 262897 w 5734864"/>
              <a:gd name="connsiteY142" fmla="*/ 5286259 h 6858000"/>
              <a:gd name="connsiteX143" fmla="*/ 252761 w 5734864"/>
              <a:gd name="connsiteY143" fmla="*/ 5357801 h 6858000"/>
              <a:gd name="connsiteX144" fmla="*/ 242360 w 5734864"/>
              <a:gd name="connsiteY144" fmla="*/ 5460080 h 6858000"/>
              <a:gd name="connsiteX145" fmla="*/ 229880 w 5734864"/>
              <a:gd name="connsiteY145" fmla="*/ 5539714 h 6858000"/>
              <a:gd name="connsiteX146" fmla="*/ 204283 w 5734864"/>
              <a:gd name="connsiteY146" fmla="*/ 5639080 h 6858000"/>
              <a:gd name="connsiteX147" fmla="*/ 198948 w 5734864"/>
              <a:gd name="connsiteY147" fmla="*/ 5710958 h 6858000"/>
              <a:gd name="connsiteX148" fmla="*/ 192367 w 5734864"/>
              <a:gd name="connsiteY148" fmla="*/ 5719859 h 6858000"/>
              <a:gd name="connsiteX149" fmla="*/ 188035 w 5734864"/>
              <a:gd name="connsiteY149" fmla="*/ 5729935 h 6858000"/>
              <a:gd name="connsiteX150" fmla="*/ 188428 w 5734864"/>
              <a:gd name="connsiteY150" fmla="*/ 5731182 h 6858000"/>
              <a:gd name="connsiteX151" fmla="*/ 181635 w 5734864"/>
              <a:gd name="connsiteY151" fmla="*/ 5753538 h 6858000"/>
              <a:gd name="connsiteX152" fmla="*/ 169744 w 5734864"/>
              <a:gd name="connsiteY152" fmla="*/ 5796307 h 6858000"/>
              <a:gd name="connsiteX153" fmla="*/ 170351 w 5734864"/>
              <a:gd name="connsiteY153" fmla="*/ 5796644 h 6858000"/>
              <a:gd name="connsiteX154" fmla="*/ 171559 w 5734864"/>
              <a:gd name="connsiteY154" fmla="*/ 5803435 h 6858000"/>
              <a:gd name="connsiteX155" fmla="*/ 172284 w 5734864"/>
              <a:gd name="connsiteY155" fmla="*/ 5816391 h 6858000"/>
              <a:gd name="connsiteX156" fmla="*/ 182542 w 5734864"/>
              <a:gd name="connsiteY156" fmla="*/ 5846382 h 6858000"/>
              <a:gd name="connsiteX157" fmla="*/ 175877 w 5734864"/>
              <a:gd name="connsiteY157" fmla="*/ 5871336 h 6858000"/>
              <a:gd name="connsiteX158" fmla="*/ 174910 w 5734864"/>
              <a:gd name="connsiteY158" fmla="*/ 5876376 h 6858000"/>
              <a:gd name="connsiteX159" fmla="*/ 175047 w 5734864"/>
              <a:gd name="connsiteY159" fmla="*/ 5876483 h 6858000"/>
              <a:gd name="connsiteX160" fmla="*/ 174335 w 5734864"/>
              <a:gd name="connsiteY160" fmla="*/ 5881814 h 6858000"/>
              <a:gd name="connsiteX161" fmla="*/ 171273 w 5734864"/>
              <a:gd name="connsiteY161" fmla="*/ 5895339 h 6858000"/>
              <a:gd name="connsiteX162" fmla="*/ 171658 w 5734864"/>
              <a:gd name="connsiteY162" fmla="*/ 5898749 h 6858000"/>
              <a:gd name="connsiteX163" fmla="*/ 174658 w 5734864"/>
              <a:gd name="connsiteY163" fmla="*/ 5919558 h 6858000"/>
              <a:gd name="connsiteX164" fmla="*/ 169099 w 5734864"/>
              <a:gd name="connsiteY164" fmla="*/ 5984417 h 6858000"/>
              <a:gd name="connsiteX165" fmla="*/ 162007 w 5734864"/>
              <a:gd name="connsiteY165" fmla="*/ 6049043 h 6858000"/>
              <a:gd name="connsiteX166" fmla="*/ 156875 w 5734864"/>
              <a:gd name="connsiteY166" fmla="*/ 6114000 h 6858000"/>
              <a:gd name="connsiteX167" fmla="*/ 165441 w 5734864"/>
              <a:gd name="connsiteY167" fmla="*/ 6146938 h 6858000"/>
              <a:gd name="connsiteX168" fmla="*/ 165177 w 5734864"/>
              <a:gd name="connsiteY168" fmla="*/ 6150658 h 6858000"/>
              <a:gd name="connsiteX169" fmla="*/ 161772 w 5734864"/>
              <a:gd name="connsiteY169" fmla="*/ 6160011 h 6858000"/>
              <a:gd name="connsiteX170" fmla="*/ 160051 w 5734864"/>
              <a:gd name="connsiteY170" fmla="*/ 6163393 h 6858000"/>
              <a:gd name="connsiteX171" fmla="*/ 158473 w 5734864"/>
              <a:gd name="connsiteY171" fmla="*/ 6168628 h 6858000"/>
              <a:gd name="connsiteX172" fmla="*/ 158573 w 5734864"/>
              <a:gd name="connsiteY172" fmla="*/ 6168799 h 6858000"/>
              <a:gd name="connsiteX173" fmla="*/ 146463 w 5734864"/>
              <a:gd name="connsiteY173" fmla="*/ 6196671 h 6858000"/>
              <a:gd name="connsiteX174" fmla="*/ 150209 w 5734864"/>
              <a:gd name="connsiteY174" fmla="*/ 6232365 h 6858000"/>
              <a:gd name="connsiteX175" fmla="*/ 148544 w 5734864"/>
              <a:gd name="connsiteY175" fmla="*/ 6246162 h 6858000"/>
              <a:gd name="connsiteX176" fmla="*/ 148403 w 5734864"/>
              <a:gd name="connsiteY176" fmla="*/ 6253754 h 6858000"/>
              <a:gd name="connsiteX177" fmla="*/ 138880 w 5734864"/>
              <a:gd name="connsiteY177" fmla="*/ 6276449 h 6858000"/>
              <a:gd name="connsiteX178" fmla="*/ 138683 w 5734864"/>
              <a:gd name="connsiteY178" fmla="*/ 6279721 h 6858000"/>
              <a:gd name="connsiteX179" fmla="*/ 130721 w 5734864"/>
              <a:gd name="connsiteY179" fmla="*/ 6293675 h 6858000"/>
              <a:gd name="connsiteX180" fmla="*/ 120717 w 5734864"/>
              <a:gd name="connsiteY180" fmla="*/ 6313967 h 6858000"/>
              <a:gd name="connsiteX181" fmla="*/ 120841 w 5734864"/>
              <a:gd name="connsiteY181" fmla="*/ 6315437 h 6858000"/>
              <a:gd name="connsiteX182" fmla="*/ 115208 w 5734864"/>
              <a:gd name="connsiteY182" fmla="*/ 6324024 h 6858000"/>
              <a:gd name="connsiteX183" fmla="*/ 101217 w 5734864"/>
              <a:gd name="connsiteY183" fmla="*/ 6365923 h 6858000"/>
              <a:gd name="connsiteX184" fmla="*/ 74946 w 5734864"/>
              <a:gd name="connsiteY184" fmla="*/ 6556817 h 6858000"/>
              <a:gd name="connsiteX185" fmla="*/ 16001 w 5734864"/>
              <a:gd name="connsiteY185" fmla="*/ 6808678 h 6858000"/>
              <a:gd name="connsiteX186" fmla="*/ 0 w 5734864"/>
              <a:gd name="connsiteY186" fmla="*/ 6858000 h 6858000"/>
              <a:gd name="connsiteX187" fmla="*/ 5734864 w 5734864"/>
              <a:gd name="connsiteY187" fmla="*/ 6858000 h 6858000"/>
              <a:gd name="connsiteX188" fmla="*/ 5734864 w 5734864"/>
              <a:gd name="connsiteY188" fmla="*/ 0 h 6858000"/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7865 w 5734864"/>
              <a:gd name="connsiteY13" fmla="*/ 1070795 h 6858000"/>
              <a:gd name="connsiteX14" fmla="*/ 862786 w 5734864"/>
              <a:gd name="connsiteY14" fmla="*/ 1238994 h 6858000"/>
              <a:gd name="connsiteX15" fmla="*/ 859345 w 5734864"/>
              <a:gd name="connsiteY15" fmla="*/ 1380427 h 6858000"/>
              <a:gd name="connsiteX16" fmla="*/ 855172 w 5734864"/>
              <a:gd name="connsiteY16" fmla="*/ 1435262 h 6858000"/>
              <a:gd name="connsiteX17" fmla="*/ 860494 w 5734864"/>
              <a:gd name="connsiteY17" fmla="*/ 1453861 h 6858000"/>
              <a:gd name="connsiteX18" fmla="*/ 853731 w 5734864"/>
              <a:gd name="connsiteY18" fmla="*/ 1467047 h 6858000"/>
              <a:gd name="connsiteX19" fmla="*/ 845847 w 5734864"/>
              <a:gd name="connsiteY19" fmla="*/ 1502307 h 6858000"/>
              <a:gd name="connsiteX20" fmla="*/ 817613 w 5734864"/>
              <a:gd name="connsiteY20" fmla="*/ 1565166 h 6858000"/>
              <a:gd name="connsiteX21" fmla="*/ 804223 w 5734864"/>
              <a:gd name="connsiteY21" fmla="*/ 1601941 h 6858000"/>
              <a:gd name="connsiteX22" fmla="*/ 791773 w 5734864"/>
              <a:gd name="connsiteY22" fmla="*/ 1627005 h 6858000"/>
              <a:gd name="connsiteX23" fmla="*/ 774645 w 5734864"/>
              <a:gd name="connsiteY23" fmla="*/ 1699922 h 6858000"/>
              <a:gd name="connsiteX24" fmla="*/ 752343 w 5734864"/>
              <a:gd name="connsiteY24" fmla="*/ 1824604 h 6858000"/>
              <a:gd name="connsiteX25" fmla="*/ 746254 w 5734864"/>
              <a:gd name="connsiteY25" fmla="*/ 1850222 h 6858000"/>
              <a:gd name="connsiteX26" fmla="*/ 728600 w 5734864"/>
              <a:gd name="connsiteY26" fmla="*/ 1869603 h 6858000"/>
              <a:gd name="connsiteX27" fmla="*/ 724396 w 5734864"/>
              <a:gd name="connsiteY27" fmla="*/ 1883104 h 6858000"/>
              <a:gd name="connsiteX28" fmla="*/ 722165 w 5734864"/>
              <a:gd name="connsiteY28" fmla="*/ 1885924 h 6858000"/>
              <a:gd name="connsiteX29" fmla="*/ 721338 w 5734864"/>
              <a:gd name="connsiteY29" fmla="*/ 1887123 h 6858000"/>
              <a:gd name="connsiteX30" fmla="*/ 714840 w 5734864"/>
              <a:gd name="connsiteY30" fmla="*/ 1902274 h 6858000"/>
              <a:gd name="connsiteX31" fmla="*/ 722847 w 5734864"/>
              <a:gd name="connsiteY31" fmla="*/ 1929891 h 6858000"/>
              <a:gd name="connsiteX32" fmla="*/ 714660 w 5734864"/>
              <a:gd name="connsiteY32" fmla="*/ 1982709 h 6858000"/>
              <a:gd name="connsiteX33" fmla="*/ 710759 w 5734864"/>
              <a:gd name="connsiteY33" fmla="*/ 2013010 h 6858000"/>
              <a:gd name="connsiteX34" fmla="*/ 697927 w 5734864"/>
              <a:gd name="connsiteY34" fmla="*/ 2069833 h 6858000"/>
              <a:gd name="connsiteX35" fmla="*/ 693594 w 5734864"/>
              <a:gd name="connsiteY35" fmla="*/ 2103731 h 6858000"/>
              <a:gd name="connsiteX36" fmla="*/ 691109 w 5734864"/>
              <a:gd name="connsiteY36" fmla="*/ 2124027 h 6858000"/>
              <a:gd name="connsiteX37" fmla="*/ 676593 w 5734864"/>
              <a:gd name="connsiteY37" fmla="*/ 2176182 h 6858000"/>
              <a:gd name="connsiteX38" fmla="*/ 633227 w 5734864"/>
              <a:gd name="connsiteY38" fmla="*/ 2258036 h 6858000"/>
              <a:gd name="connsiteX39" fmla="*/ 625564 w 5734864"/>
              <a:gd name="connsiteY39" fmla="*/ 2284567 h 6858000"/>
              <a:gd name="connsiteX40" fmla="*/ 627074 w 5734864"/>
              <a:gd name="connsiteY40" fmla="*/ 2289605 h 6858000"/>
              <a:gd name="connsiteX41" fmla="*/ 614574 w 5734864"/>
              <a:gd name="connsiteY41" fmla="*/ 2308717 h 6858000"/>
              <a:gd name="connsiteX42" fmla="*/ 606890 w 5734864"/>
              <a:gd name="connsiteY42" fmla="*/ 2320662 h 6858000"/>
              <a:gd name="connsiteX43" fmla="*/ 605558 w 5734864"/>
              <a:gd name="connsiteY43" fmla="*/ 2327897 h 6858000"/>
              <a:gd name="connsiteX44" fmla="*/ 602202 w 5734864"/>
              <a:gd name="connsiteY44" fmla="*/ 2357749 h 6858000"/>
              <a:gd name="connsiteX45" fmla="*/ 600213 w 5734864"/>
              <a:gd name="connsiteY45" fmla="*/ 2364905 h 6858000"/>
              <a:gd name="connsiteX46" fmla="*/ 597160 w 5734864"/>
              <a:gd name="connsiteY46" fmla="*/ 2388351 h 6858000"/>
              <a:gd name="connsiteX47" fmla="*/ 597982 w 5734864"/>
              <a:gd name="connsiteY47" fmla="*/ 2402296 h 6858000"/>
              <a:gd name="connsiteX48" fmla="*/ 593150 w 5734864"/>
              <a:gd name="connsiteY48" fmla="*/ 2420015 h 6858000"/>
              <a:gd name="connsiteX49" fmla="*/ 592833 w 5734864"/>
              <a:gd name="connsiteY49" fmla="*/ 2422749 h 6858000"/>
              <a:gd name="connsiteX50" fmla="*/ 594479 w 5734864"/>
              <a:gd name="connsiteY50" fmla="*/ 2426002 h 6858000"/>
              <a:gd name="connsiteX51" fmla="*/ 591963 w 5734864"/>
              <a:gd name="connsiteY51" fmla="*/ 2431950 h 6858000"/>
              <a:gd name="connsiteX52" fmla="*/ 591544 w 5734864"/>
              <a:gd name="connsiteY52" fmla="*/ 2433897 h 6858000"/>
              <a:gd name="connsiteX53" fmla="*/ 589519 w 5734864"/>
              <a:gd name="connsiteY53" fmla="*/ 2451398 h 6858000"/>
              <a:gd name="connsiteX54" fmla="*/ 590037 w 5734864"/>
              <a:gd name="connsiteY54" fmla="*/ 2455536 h 6858000"/>
              <a:gd name="connsiteX55" fmla="*/ 588179 w 5734864"/>
              <a:gd name="connsiteY55" fmla="*/ 2462981 h 6858000"/>
              <a:gd name="connsiteX56" fmla="*/ 583434 w 5734864"/>
              <a:gd name="connsiteY56" fmla="*/ 2503991 h 6858000"/>
              <a:gd name="connsiteX57" fmla="*/ 567942 w 5734864"/>
              <a:gd name="connsiteY57" fmla="*/ 2652936 h 6858000"/>
              <a:gd name="connsiteX58" fmla="*/ 573869 w 5734864"/>
              <a:gd name="connsiteY58" fmla="*/ 2670188 h 6858000"/>
              <a:gd name="connsiteX59" fmla="*/ 575243 w 5734864"/>
              <a:gd name="connsiteY59" fmla="*/ 2688114 h 6858000"/>
              <a:gd name="connsiteX60" fmla="*/ 573824 w 5734864"/>
              <a:gd name="connsiteY60" fmla="*/ 2689856 h 6858000"/>
              <a:gd name="connsiteX61" fmla="*/ 570699 w 5734864"/>
              <a:gd name="connsiteY61" fmla="*/ 2709353 h 6858000"/>
              <a:gd name="connsiteX62" fmla="*/ 573192 w 5734864"/>
              <a:gd name="connsiteY62" fmla="*/ 2714527 h 6858000"/>
              <a:gd name="connsiteX63" fmla="*/ 572044 w 5734864"/>
              <a:gd name="connsiteY63" fmla="*/ 2728187 h 6858000"/>
              <a:gd name="connsiteX64" fmla="*/ 572465 w 5734864"/>
              <a:gd name="connsiteY64" fmla="*/ 2755863 h 6858000"/>
              <a:gd name="connsiteX65" fmla="*/ 570028 w 5734864"/>
              <a:gd name="connsiteY65" fmla="*/ 2760324 h 6858000"/>
              <a:gd name="connsiteX66" fmla="*/ 566748 w 5734864"/>
              <a:gd name="connsiteY66" fmla="*/ 2800948 h 6858000"/>
              <a:gd name="connsiteX67" fmla="*/ 565509 w 5734864"/>
              <a:gd name="connsiteY67" fmla="*/ 2801167 h 6858000"/>
              <a:gd name="connsiteX68" fmla="*/ 559367 w 5734864"/>
              <a:gd name="connsiteY68" fmla="*/ 2811129 h 6858000"/>
              <a:gd name="connsiteX69" fmla="*/ 550354 w 5734864"/>
              <a:gd name="connsiteY69" fmla="*/ 2830949 h 6858000"/>
              <a:gd name="connsiteX70" fmla="*/ 514795 w 5734864"/>
              <a:gd name="connsiteY70" fmla="*/ 2872433 h 6858000"/>
              <a:gd name="connsiteX71" fmla="*/ 509875 w 5734864"/>
              <a:gd name="connsiteY71" fmla="*/ 2923099 h 6858000"/>
              <a:gd name="connsiteX72" fmla="*/ 509577 w 5734864"/>
              <a:gd name="connsiteY72" fmla="*/ 2923197 h 6858000"/>
              <a:gd name="connsiteX73" fmla="*/ 507597 w 5734864"/>
              <a:gd name="connsiteY73" fmla="*/ 2931868 h 6858000"/>
              <a:gd name="connsiteX74" fmla="*/ 507379 w 5734864"/>
              <a:gd name="connsiteY74" fmla="*/ 2938322 h 6858000"/>
              <a:gd name="connsiteX75" fmla="*/ 504725 w 5734864"/>
              <a:gd name="connsiteY75" fmla="*/ 2954519 h 6858000"/>
              <a:gd name="connsiteX76" fmla="*/ 502018 w 5734864"/>
              <a:gd name="connsiteY76" fmla="*/ 2959643 h 6858000"/>
              <a:gd name="connsiteX77" fmla="*/ 498360 w 5734864"/>
              <a:gd name="connsiteY77" fmla="*/ 2961019 h 6858000"/>
              <a:gd name="connsiteX78" fmla="*/ 498483 w 5734864"/>
              <a:gd name="connsiteY78" fmla="*/ 2962590 h 6858000"/>
              <a:gd name="connsiteX79" fmla="*/ 484403 w 5734864"/>
              <a:gd name="connsiteY79" fmla="*/ 2990538 h 6858000"/>
              <a:gd name="connsiteX80" fmla="*/ 463075 w 5734864"/>
              <a:gd name="connsiteY80" fmla="*/ 3055956 h 6858000"/>
              <a:gd name="connsiteX81" fmla="*/ 455013 w 5734864"/>
              <a:gd name="connsiteY81" fmla="*/ 3094482 h 6858000"/>
              <a:gd name="connsiteX82" fmla="*/ 428391 w 5734864"/>
              <a:gd name="connsiteY82" fmla="*/ 3198850 h 6858000"/>
              <a:gd name="connsiteX83" fmla="*/ 401440 w 5734864"/>
              <a:gd name="connsiteY83" fmla="*/ 3307560 h 6858000"/>
              <a:gd name="connsiteX84" fmla="*/ 386076 w 5734864"/>
              <a:gd name="connsiteY84" fmla="*/ 3373943 h 6858000"/>
              <a:gd name="connsiteX85" fmla="*/ 374726 w 5734864"/>
              <a:gd name="connsiteY85" fmla="*/ 3381364 h 6858000"/>
              <a:gd name="connsiteX86" fmla="*/ 369145 w 5734864"/>
              <a:gd name="connsiteY86" fmla="*/ 3383729 h 6858000"/>
              <a:gd name="connsiteX87" fmla="*/ 364294 w 5734864"/>
              <a:gd name="connsiteY87" fmla="*/ 3414159 h 6858000"/>
              <a:gd name="connsiteX88" fmla="*/ 366450 w 5734864"/>
              <a:gd name="connsiteY88" fmla="*/ 3436925 h 6858000"/>
              <a:gd name="connsiteX89" fmla="*/ 351743 w 5734864"/>
              <a:gd name="connsiteY89" fmla="*/ 3521619 h 6858000"/>
              <a:gd name="connsiteX90" fmla="*/ 345784 w 5734864"/>
              <a:gd name="connsiteY90" fmla="*/ 3603757 h 6858000"/>
              <a:gd name="connsiteX91" fmla="*/ 344198 w 5734864"/>
              <a:gd name="connsiteY91" fmla="*/ 3652424 h 6858000"/>
              <a:gd name="connsiteX92" fmla="*/ 352450 w 5734864"/>
              <a:gd name="connsiteY92" fmla="*/ 3665222 h 6858000"/>
              <a:gd name="connsiteX93" fmla="*/ 342621 w 5734864"/>
              <a:gd name="connsiteY93" fmla="*/ 3700804 h 6858000"/>
              <a:gd name="connsiteX94" fmla="*/ 341514 w 5734864"/>
              <a:gd name="connsiteY94" fmla="*/ 3734774 h 6858000"/>
              <a:gd name="connsiteX95" fmla="*/ 340607 w 5734864"/>
              <a:gd name="connsiteY95" fmla="*/ 3785153 h 6858000"/>
              <a:gd name="connsiteX96" fmla="*/ 340707 w 5734864"/>
              <a:gd name="connsiteY96" fmla="*/ 3788177 h 6858000"/>
              <a:gd name="connsiteX97" fmla="*/ 340361 w 5734864"/>
              <a:gd name="connsiteY97" fmla="*/ 3798803 h 6858000"/>
              <a:gd name="connsiteX98" fmla="*/ 339642 w 5734864"/>
              <a:gd name="connsiteY98" fmla="*/ 3838750 h 6858000"/>
              <a:gd name="connsiteX99" fmla="*/ 360295 w 5734864"/>
              <a:gd name="connsiteY99" fmla="*/ 4015196 h 6858000"/>
              <a:gd name="connsiteX100" fmla="*/ 339043 w 5734864"/>
              <a:gd name="connsiteY100" fmla="*/ 4052778 h 6858000"/>
              <a:gd name="connsiteX101" fmla="*/ 339343 w 5734864"/>
              <a:gd name="connsiteY101" fmla="*/ 4096257 h 6858000"/>
              <a:gd name="connsiteX102" fmla="*/ 340786 w 5734864"/>
              <a:gd name="connsiteY102" fmla="*/ 4321136 h 6858000"/>
              <a:gd name="connsiteX103" fmla="*/ 343158 w 5734864"/>
              <a:gd name="connsiteY103" fmla="*/ 4429174 h 6858000"/>
              <a:gd name="connsiteX104" fmla="*/ 334599 w 5734864"/>
              <a:gd name="connsiteY104" fmla="*/ 4449938 h 6858000"/>
              <a:gd name="connsiteX105" fmla="*/ 332890 w 5734864"/>
              <a:gd name="connsiteY105" fmla="*/ 4453515 h 6858000"/>
              <a:gd name="connsiteX106" fmla="*/ 331105 w 5734864"/>
              <a:gd name="connsiteY106" fmla="*/ 4467941 h 6858000"/>
              <a:gd name="connsiteX107" fmla="*/ 324289 w 5734864"/>
              <a:gd name="connsiteY107" fmla="*/ 4471861 h 6858000"/>
              <a:gd name="connsiteX108" fmla="*/ 317079 w 5734864"/>
              <a:gd name="connsiteY108" fmla="*/ 4493468 h 6858000"/>
              <a:gd name="connsiteX109" fmla="*/ 315557 w 5734864"/>
              <a:gd name="connsiteY109" fmla="*/ 4520067 h 6858000"/>
              <a:gd name="connsiteX110" fmla="*/ 315240 w 5734864"/>
              <a:gd name="connsiteY110" fmla="*/ 4536872 h 6858000"/>
              <a:gd name="connsiteX111" fmla="*/ 316200 w 5734864"/>
              <a:gd name="connsiteY111" fmla="*/ 4538297 h 6858000"/>
              <a:gd name="connsiteX112" fmla="*/ 317507 w 5734864"/>
              <a:gd name="connsiteY112" fmla="*/ 4547582 h 6858000"/>
              <a:gd name="connsiteX113" fmla="*/ 323078 w 5734864"/>
              <a:gd name="connsiteY113" fmla="*/ 4592102 h 6858000"/>
              <a:gd name="connsiteX114" fmla="*/ 328722 w 5734864"/>
              <a:gd name="connsiteY114" fmla="*/ 4667914 h 6858000"/>
              <a:gd name="connsiteX115" fmla="*/ 335597 w 5734864"/>
              <a:gd name="connsiteY115" fmla="*/ 4695035 h 6858000"/>
              <a:gd name="connsiteX116" fmla="*/ 339485 w 5734864"/>
              <a:gd name="connsiteY116" fmla="*/ 4695979 h 6858000"/>
              <a:gd name="connsiteX117" fmla="*/ 341089 w 5734864"/>
              <a:gd name="connsiteY117" fmla="*/ 4704268 h 6858000"/>
              <a:gd name="connsiteX118" fmla="*/ 342177 w 5734864"/>
              <a:gd name="connsiteY118" fmla="*/ 4706060 h 6858000"/>
              <a:gd name="connsiteX119" fmla="*/ 347751 w 5734864"/>
              <a:gd name="connsiteY119" fmla="*/ 4716754 h 6858000"/>
              <a:gd name="connsiteX120" fmla="*/ 344125 w 5734864"/>
              <a:gd name="connsiteY120" fmla="*/ 4764669 h 6858000"/>
              <a:gd name="connsiteX121" fmla="*/ 340188 w 5734864"/>
              <a:gd name="connsiteY121" fmla="*/ 4779386 h 6858000"/>
              <a:gd name="connsiteX122" fmla="*/ 335146 w 5734864"/>
              <a:gd name="connsiteY122" fmla="*/ 4787491 h 6858000"/>
              <a:gd name="connsiteX123" fmla="*/ 319124 w 5734864"/>
              <a:gd name="connsiteY123" fmla="*/ 4843514 h 6858000"/>
              <a:gd name="connsiteX124" fmla="*/ 305956 w 5734864"/>
              <a:gd name="connsiteY124" fmla="*/ 4881505 h 6858000"/>
              <a:gd name="connsiteX125" fmla="*/ 301062 w 5734864"/>
              <a:gd name="connsiteY125" fmla="*/ 4889332 h 6858000"/>
              <a:gd name="connsiteX126" fmla="*/ 302141 w 5734864"/>
              <a:gd name="connsiteY126" fmla="*/ 4899400 h 6858000"/>
              <a:gd name="connsiteX127" fmla="*/ 304424 w 5734864"/>
              <a:gd name="connsiteY127" fmla="*/ 4902664 h 6858000"/>
              <a:gd name="connsiteX128" fmla="*/ 293123 w 5734864"/>
              <a:gd name="connsiteY128" fmla="*/ 4932769 h 6858000"/>
              <a:gd name="connsiteX129" fmla="*/ 292275 w 5734864"/>
              <a:gd name="connsiteY129" fmla="*/ 4936482 h 6858000"/>
              <a:gd name="connsiteX130" fmla="*/ 288304 w 5734864"/>
              <a:gd name="connsiteY130" fmla="*/ 4962325 h 6858000"/>
              <a:gd name="connsiteX131" fmla="*/ 287420 w 5734864"/>
              <a:gd name="connsiteY131" fmla="*/ 5042193 h 6858000"/>
              <a:gd name="connsiteX132" fmla="*/ 287020 w 5734864"/>
              <a:gd name="connsiteY132" fmla="*/ 5065655 h 6858000"/>
              <a:gd name="connsiteX133" fmla="*/ 288488 w 5734864"/>
              <a:gd name="connsiteY133" fmla="*/ 5082216 h 6858000"/>
              <a:gd name="connsiteX134" fmla="*/ 282763 w 5734864"/>
              <a:gd name="connsiteY134" fmla="*/ 5127114 h 6858000"/>
              <a:gd name="connsiteX135" fmla="*/ 269316 w 5734864"/>
              <a:gd name="connsiteY135" fmla="*/ 5202682 h 6858000"/>
              <a:gd name="connsiteX136" fmla="*/ 269174 w 5734864"/>
              <a:gd name="connsiteY136" fmla="*/ 5230835 h 6858000"/>
              <a:gd name="connsiteX137" fmla="*/ 272679 w 5734864"/>
              <a:gd name="connsiteY137" fmla="*/ 5232660 h 6858000"/>
              <a:gd name="connsiteX138" fmla="*/ 272160 w 5734864"/>
              <a:gd name="connsiteY138" fmla="*/ 5241150 h 6858000"/>
              <a:gd name="connsiteX139" fmla="*/ 272760 w 5734864"/>
              <a:gd name="connsiteY139" fmla="*/ 5243156 h 6858000"/>
              <a:gd name="connsiteX140" fmla="*/ 275462 w 5734864"/>
              <a:gd name="connsiteY140" fmla="*/ 5254919 h 6858000"/>
              <a:gd name="connsiteX141" fmla="*/ 262897 w 5734864"/>
              <a:gd name="connsiteY141" fmla="*/ 5286259 h 6858000"/>
              <a:gd name="connsiteX142" fmla="*/ 252761 w 5734864"/>
              <a:gd name="connsiteY142" fmla="*/ 5357801 h 6858000"/>
              <a:gd name="connsiteX143" fmla="*/ 242360 w 5734864"/>
              <a:gd name="connsiteY143" fmla="*/ 5460080 h 6858000"/>
              <a:gd name="connsiteX144" fmla="*/ 229880 w 5734864"/>
              <a:gd name="connsiteY144" fmla="*/ 5539714 h 6858000"/>
              <a:gd name="connsiteX145" fmla="*/ 204283 w 5734864"/>
              <a:gd name="connsiteY145" fmla="*/ 5639080 h 6858000"/>
              <a:gd name="connsiteX146" fmla="*/ 198948 w 5734864"/>
              <a:gd name="connsiteY146" fmla="*/ 5710958 h 6858000"/>
              <a:gd name="connsiteX147" fmla="*/ 192367 w 5734864"/>
              <a:gd name="connsiteY147" fmla="*/ 5719859 h 6858000"/>
              <a:gd name="connsiteX148" fmla="*/ 188035 w 5734864"/>
              <a:gd name="connsiteY148" fmla="*/ 5729935 h 6858000"/>
              <a:gd name="connsiteX149" fmla="*/ 188428 w 5734864"/>
              <a:gd name="connsiteY149" fmla="*/ 5731182 h 6858000"/>
              <a:gd name="connsiteX150" fmla="*/ 181635 w 5734864"/>
              <a:gd name="connsiteY150" fmla="*/ 5753538 h 6858000"/>
              <a:gd name="connsiteX151" fmla="*/ 169744 w 5734864"/>
              <a:gd name="connsiteY151" fmla="*/ 5796307 h 6858000"/>
              <a:gd name="connsiteX152" fmla="*/ 170351 w 5734864"/>
              <a:gd name="connsiteY152" fmla="*/ 5796644 h 6858000"/>
              <a:gd name="connsiteX153" fmla="*/ 171559 w 5734864"/>
              <a:gd name="connsiteY153" fmla="*/ 5803435 h 6858000"/>
              <a:gd name="connsiteX154" fmla="*/ 172284 w 5734864"/>
              <a:gd name="connsiteY154" fmla="*/ 5816391 h 6858000"/>
              <a:gd name="connsiteX155" fmla="*/ 182542 w 5734864"/>
              <a:gd name="connsiteY155" fmla="*/ 5846382 h 6858000"/>
              <a:gd name="connsiteX156" fmla="*/ 175877 w 5734864"/>
              <a:gd name="connsiteY156" fmla="*/ 5871336 h 6858000"/>
              <a:gd name="connsiteX157" fmla="*/ 174910 w 5734864"/>
              <a:gd name="connsiteY157" fmla="*/ 5876376 h 6858000"/>
              <a:gd name="connsiteX158" fmla="*/ 175047 w 5734864"/>
              <a:gd name="connsiteY158" fmla="*/ 5876483 h 6858000"/>
              <a:gd name="connsiteX159" fmla="*/ 174335 w 5734864"/>
              <a:gd name="connsiteY159" fmla="*/ 5881814 h 6858000"/>
              <a:gd name="connsiteX160" fmla="*/ 171273 w 5734864"/>
              <a:gd name="connsiteY160" fmla="*/ 5895339 h 6858000"/>
              <a:gd name="connsiteX161" fmla="*/ 171658 w 5734864"/>
              <a:gd name="connsiteY161" fmla="*/ 5898749 h 6858000"/>
              <a:gd name="connsiteX162" fmla="*/ 174658 w 5734864"/>
              <a:gd name="connsiteY162" fmla="*/ 5919558 h 6858000"/>
              <a:gd name="connsiteX163" fmla="*/ 169099 w 5734864"/>
              <a:gd name="connsiteY163" fmla="*/ 5984417 h 6858000"/>
              <a:gd name="connsiteX164" fmla="*/ 162007 w 5734864"/>
              <a:gd name="connsiteY164" fmla="*/ 6049043 h 6858000"/>
              <a:gd name="connsiteX165" fmla="*/ 156875 w 5734864"/>
              <a:gd name="connsiteY165" fmla="*/ 6114000 h 6858000"/>
              <a:gd name="connsiteX166" fmla="*/ 165441 w 5734864"/>
              <a:gd name="connsiteY166" fmla="*/ 6146938 h 6858000"/>
              <a:gd name="connsiteX167" fmla="*/ 165177 w 5734864"/>
              <a:gd name="connsiteY167" fmla="*/ 6150658 h 6858000"/>
              <a:gd name="connsiteX168" fmla="*/ 161772 w 5734864"/>
              <a:gd name="connsiteY168" fmla="*/ 6160011 h 6858000"/>
              <a:gd name="connsiteX169" fmla="*/ 160051 w 5734864"/>
              <a:gd name="connsiteY169" fmla="*/ 6163393 h 6858000"/>
              <a:gd name="connsiteX170" fmla="*/ 158473 w 5734864"/>
              <a:gd name="connsiteY170" fmla="*/ 6168628 h 6858000"/>
              <a:gd name="connsiteX171" fmla="*/ 158573 w 5734864"/>
              <a:gd name="connsiteY171" fmla="*/ 6168799 h 6858000"/>
              <a:gd name="connsiteX172" fmla="*/ 146463 w 5734864"/>
              <a:gd name="connsiteY172" fmla="*/ 6196671 h 6858000"/>
              <a:gd name="connsiteX173" fmla="*/ 150209 w 5734864"/>
              <a:gd name="connsiteY173" fmla="*/ 6232365 h 6858000"/>
              <a:gd name="connsiteX174" fmla="*/ 148544 w 5734864"/>
              <a:gd name="connsiteY174" fmla="*/ 6246162 h 6858000"/>
              <a:gd name="connsiteX175" fmla="*/ 148403 w 5734864"/>
              <a:gd name="connsiteY175" fmla="*/ 6253754 h 6858000"/>
              <a:gd name="connsiteX176" fmla="*/ 138880 w 5734864"/>
              <a:gd name="connsiteY176" fmla="*/ 6276449 h 6858000"/>
              <a:gd name="connsiteX177" fmla="*/ 138683 w 5734864"/>
              <a:gd name="connsiteY177" fmla="*/ 6279721 h 6858000"/>
              <a:gd name="connsiteX178" fmla="*/ 130721 w 5734864"/>
              <a:gd name="connsiteY178" fmla="*/ 6293675 h 6858000"/>
              <a:gd name="connsiteX179" fmla="*/ 120717 w 5734864"/>
              <a:gd name="connsiteY179" fmla="*/ 6313967 h 6858000"/>
              <a:gd name="connsiteX180" fmla="*/ 120841 w 5734864"/>
              <a:gd name="connsiteY180" fmla="*/ 6315437 h 6858000"/>
              <a:gd name="connsiteX181" fmla="*/ 115208 w 5734864"/>
              <a:gd name="connsiteY181" fmla="*/ 6324024 h 6858000"/>
              <a:gd name="connsiteX182" fmla="*/ 101217 w 5734864"/>
              <a:gd name="connsiteY182" fmla="*/ 6365923 h 6858000"/>
              <a:gd name="connsiteX183" fmla="*/ 74946 w 5734864"/>
              <a:gd name="connsiteY183" fmla="*/ 6556817 h 6858000"/>
              <a:gd name="connsiteX184" fmla="*/ 16001 w 5734864"/>
              <a:gd name="connsiteY184" fmla="*/ 6808678 h 6858000"/>
              <a:gd name="connsiteX185" fmla="*/ 0 w 5734864"/>
              <a:gd name="connsiteY185" fmla="*/ 6858000 h 6858000"/>
              <a:gd name="connsiteX186" fmla="*/ 5734864 w 5734864"/>
              <a:gd name="connsiteY186" fmla="*/ 6858000 h 6858000"/>
              <a:gd name="connsiteX187" fmla="*/ 5734864 w 5734864"/>
              <a:gd name="connsiteY18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5734864" h="6858000">
                <a:moveTo>
                  <a:pt x="5734864" y="0"/>
                </a:moveTo>
                <a:lnTo>
                  <a:pt x="771611" y="0"/>
                </a:lnTo>
                <a:cubicBezTo>
                  <a:pt x="771634" y="16369"/>
                  <a:pt x="771656" y="32739"/>
                  <a:pt x="771679" y="49108"/>
                </a:cubicBezTo>
                <a:cubicBezTo>
                  <a:pt x="775201" y="55622"/>
                  <a:pt x="788724" y="196721"/>
                  <a:pt x="794248" y="200968"/>
                </a:cubicBezTo>
                <a:lnTo>
                  <a:pt x="801749" y="414071"/>
                </a:lnTo>
                <a:cubicBezTo>
                  <a:pt x="807329" y="440933"/>
                  <a:pt x="835107" y="598697"/>
                  <a:pt x="818548" y="585467"/>
                </a:cubicBezTo>
                <a:cubicBezTo>
                  <a:pt x="856197" y="664140"/>
                  <a:pt x="837895" y="708473"/>
                  <a:pt x="857476" y="800623"/>
                </a:cubicBezTo>
                <a:cubicBezTo>
                  <a:pt x="822401" y="857344"/>
                  <a:pt x="855723" y="824571"/>
                  <a:pt x="851083" y="878903"/>
                </a:cubicBezTo>
                <a:cubicBezTo>
                  <a:pt x="884811" y="859448"/>
                  <a:pt x="834648" y="946397"/>
                  <a:pt x="873564" y="943826"/>
                </a:cubicBezTo>
                <a:cubicBezTo>
                  <a:pt x="871487" y="953795"/>
                  <a:pt x="868248" y="963533"/>
                  <a:pt x="864705" y="973328"/>
                </a:cubicBezTo>
                <a:lnTo>
                  <a:pt x="862869" y="978457"/>
                </a:lnTo>
                <a:lnTo>
                  <a:pt x="862233" y="998041"/>
                </a:lnTo>
                <a:lnTo>
                  <a:pt x="853665" y="1004750"/>
                </a:lnTo>
                <a:lnTo>
                  <a:pt x="847865" y="1070795"/>
                </a:lnTo>
                <a:cubicBezTo>
                  <a:pt x="870234" y="1110486"/>
                  <a:pt x="833172" y="1190441"/>
                  <a:pt x="862786" y="1238994"/>
                </a:cubicBezTo>
                <a:cubicBezTo>
                  <a:pt x="864699" y="1290599"/>
                  <a:pt x="860615" y="1347716"/>
                  <a:pt x="859345" y="1380427"/>
                </a:cubicBezTo>
                <a:cubicBezTo>
                  <a:pt x="845703" y="1396391"/>
                  <a:pt x="873184" y="1435525"/>
                  <a:pt x="855172" y="1435262"/>
                </a:cubicBezTo>
                <a:lnTo>
                  <a:pt x="860494" y="1453861"/>
                </a:lnTo>
                <a:lnTo>
                  <a:pt x="853731" y="1467047"/>
                </a:lnTo>
                <a:cubicBezTo>
                  <a:pt x="846549" y="1480528"/>
                  <a:pt x="841728" y="1491093"/>
                  <a:pt x="845847" y="1502307"/>
                </a:cubicBezTo>
                <a:lnTo>
                  <a:pt x="817613" y="1565166"/>
                </a:lnTo>
                <a:cubicBezTo>
                  <a:pt x="805468" y="1557258"/>
                  <a:pt x="816534" y="1596564"/>
                  <a:pt x="804223" y="1601941"/>
                </a:cubicBezTo>
                <a:cubicBezTo>
                  <a:pt x="794287" y="1604654"/>
                  <a:pt x="795328" y="1617209"/>
                  <a:pt x="791773" y="1627005"/>
                </a:cubicBezTo>
                <a:cubicBezTo>
                  <a:pt x="781684" y="1634393"/>
                  <a:pt x="772978" y="1683187"/>
                  <a:pt x="774645" y="1699922"/>
                </a:cubicBezTo>
                <a:cubicBezTo>
                  <a:pt x="785341" y="1746767"/>
                  <a:pt x="744845" y="1787099"/>
                  <a:pt x="752343" y="1824604"/>
                </a:cubicBezTo>
                <a:cubicBezTo>
                  <a:pt x="751502" y="1834578"/>
                  <a:pt x="749297" y="1842929"/>
                  <a:pt x="746254" y="1850222"/>
                </a:cubicBezTo>
                <a:lnTo>
                  <a:pt x="728600" y="1869603"/>
                </a:lnTo>
                <a:lnTo>
                  <a:pt x="724396" y="1883104"/>
                </a:lnTo>
                <a:lnTo>
                  <a:pt x="722165" y="1885924"/>
                </a:lnTo>
                <a:lnTo>
                  <a:pt x="721338" y="1887123"/>
                </a:lnTo>
                <a:lnTo>
                  <a:pt x="714840" y="1902274"/>
                </a:lnTo>
                <a:lnTo>
                  <a:pt x="722847" y="1929891"/>
                </a:lnTo>
                <a:lnTo>
                  <a:pt x="714660" y="1982709"/>
                </a:lnTo>
                <a:cubicBezTo>
                  <a:pt x="727725" y="2006201"/>
                  <a:pt x="714739" y="1997091"/>
                  <a:pt x="710759" y="2013010"/>
                </a:cubicBezTo>
                <a:cubicBezTo>
                  <a:pt x="707970" y="2027531"/>
                  <a:pt x="700788" y="2054714"/>
                  <a:pt x="697927" y="2069833"/>
                </a:cubicBezTo>
                <a:cubicBezTo>
                  <a:pt x="685211" y="2080229"/>
                  <a:pt x="698762" y="2088241"/>
                  <a:pt x="693594" y="2103731"/>
                </a:cubicBezTo>
                <a:cubicBezTo>
                  <a:pt x="688481" y="2110649"/>
                  <a:pt x="687183" y="2115973"/>
                  <a:pt x="691109" y="2124027"/>
                </a:cubicBezTo>
                <a:cubicBezTo>
                  <a:pt x="666413" y="2155740"/>
                  <a:pt x="688031" y="2144874"/>
                  <a:pt x="676593" y="2176182"/>
                </a:cubicBezTo>
                <a:cubicBezTo>
                  <a:pt x="665190" y="2202944"/>
                  <a:pt x="656416" y="2233857"/>
                  <a:pt x="633227" y="2258036"/>
                </a:cubicBezTo>
                <a:cubicBezTo>
                  <a:pt x="626930" y="2262191"/>
                  <a:pt x="623498" y="2274069"/>
                  <a:pt x="625564" y="2284567"/>
                </a:cubicBezTo>
                <a:cubicBezTo>
                  <a:pt x="625918" y="2286374"/>
                  <a:pt x="626427" y="2288071"/>
                  <a:pt x="627074" y="2289605"/>
                </a:cubicBezTo>
                <a:cubicBezTo>
                  <a:pt x="619029" y="2296628"/>
                  <a:pt x="616453" y="2303188"/>
                  <a:pt x="614574" y="2308717"/>
                </a:cubicBezTo>
                <a:lnTo>
                  <a:pt x="606890" y="2320662"/>
                </a:lnTo>
                <a:lnTo>
                  <a:pt x="605558" y="2327897"/>
                </a:lnTo>
                <a:lnTo>
                  <a:pt x="602202" y="2357749"/>
                </a:lnTo>
                <a:lnTo>
                  <a:pt x="600213" y="2364905"/>
                </a:lnTo>
                <a:lnTo>
                  <a:pt x="597160" y="2388351"/>
                </a:lnTo>
                <a:lnTo>
                  <a:pt x="597982" y="2402296"/>
                </a:lnTo>
                <a:lnTo>
                  <a:pt x="593150" y="2420015"/>
                </a:lnTo>
                <a:cubicBezTo>
                  <a:pt x="593044" y="2420926"/>
                  <a:pt x="592939" y="2421838"/>
                  <a:pt x="592833" y="2422749"/>
                </a:cubicBezTo>
                <a:lnTo>
                  <a:pt x="594479" y="2426002"/>
                </a:lnTo>
                <a:cubicBezTo>
                  <a:pt x="594168" y="2427683"/>
                  <a:pt x="593118" y="2429721"/>
                  <a:pt x="591963" y="2431950"/>
                </a:cubicBezTo>
                <a:cubicBezTo>
                  <a:pt x="591823" y="2432599"/>
                  <a:pt x="591684" y="2433248"/>
                  <a:pt x="591544" y="2433897"/>
                </a:cubicBezTo>
                <a:lnTo>
                  <a:pt x="589519" y="2451398"/>
                </a:lnTo>
                <a:cubicBezTo>
                  <a:pt x="589692" y="2452777"/>
                  <a:pt x="589864" y="2454157"/>
                  <a:pt x="590037" y="2455536"/>
                </a:cubicBezTo>
                <a:lnTo>
                  <a:pt x="588179" y="2462981"/>
                </a:lnTo>
                <a:lnTo>
                  <a:pt x="583434" y="2503991"/>
                </a:lnTo>
                <a:cubicBezTo>
                  <a:pt x="576530" y="2566058"/>
                  <a:pt x="570433" y="2625224"/>
                  <a:pt x="567942" y="2652936"/>
                </a:cubicBezTo>
                <a:cubicBezTo>
                  <a:pt x="570864" y="2658290"/>
                  <a:pt x="572739" y="2664095"/>
                  <a:pt x="573869" y="2670188"/>
                </a:cubicBezTo>
                <a:lnTo>
                  <a:pt x="575243" y="2688114"/>
                </a:lnTo>
                <a:lnTo>
                  <a:pt x="573824" y="2689856"/>
                </a:lnTo>
                <a:cubicBezTo>
                  <a:pt x="569972" y="2698471"/>
                  <a:pt x="569572" y="2704494"/>
                  <a:pt x="570699" y="2709353"/>
                </a:cubicBezTo>
                <a:lnTo>
                  <a:pt x="573192" y="2714527"/>
                </a:lnTo>
                <a:cubicBezTo>
                  <a:pt x="572809" y="2719080"/>
                  <a:pt x="572427" y="2723634"/>
                  <a:pt x="572044" y="2728187"/>
                </a:cubicBezTo>
                <a:cubicBezTo>
                  <a:pt x="572184" y="2737412"/>
                  <a:pt x="572325" y="2746638"/>
                  <a:pt x="572465" y="2755863"/>
                </a:cubicBezTo>
                <a:lnTo>
                  <a:pt x="570028" y="2760324"/>
                </a:lnTo>
                <a:lnTo>
                  <a:pt x="566748" y="2800948"/>
                </a:lnTo>
                <a:lnTo>
                  <a:pt x="565509" y="2801167"/>
                </a:lnTo>
                <a:cubicBezTo>
                  <a:pt x="562655" y="2802587"/>
                  <a:pt x="560408" y="2805381"/>
                  <a:pt x="559367" y="2811129"/>
                </a:cubicBezTo>
                <a:cubicBezTo>
                  <a:pt x="543471" y="2797318"/>
                  <a:pt x="552020" y="2812773"/>
                  <a:pt x="550354" y="2830949"/>
                </a:cubicBezTo>
                <a:cubicBezTo>
                  <a:pt x="525292" y="2813553"/>
                  <a:pt x="531129" y="2868192"/>
                  <a:pt x="514795" y="2872433"/>
                </a:cubicBezTo>
                <a:lnTo>
                  <a:pt x="509875" y="2923099"/>
                </a:lnTo>
                <a:lnTo>
                  <a:pt x="509577" y="2923197"/>
                </a:lnTo>
                <a:cubicBezTo>
                  <a:pt x="508704" y="2924865"/>
                  <a:pt x="508038" y="2927556"/>
                  <a:pt x="507597" y="2931868"/>
                </a:cubicBezTo>
                <a:cubicBezTo>
                  <a:pt x="507524" y="2934019"/>
                  <a:pt x="507452" y="2936171"/>
                  <a:pt x="507379" y="2938322"/>
                </a:cubicBezTo>
                <a:lnTo>
                  <a:pt x="504725" y="2954519"/>
                </a:lnTo>
                <a:lnTo>
                  <a:pt x="502018" y="2959643"/>
                </a:lnTo>
                <a:lnTo>
                  <a:pt x="498360" y="2961019"/>
                </a:lnTo>
                <a:lnTo>
                  <a:pt x="498483" y="2962590"/>
                </a:lnTo>
                <a:cubicBezTo>
                  <a:pt x="502388" y="2975027"/>
                  <a:pt x="510202" y="2980016"/>
                  <a:pt x="484403" y="2990538"/>
                </a:cubicBezTo>
                <a:cubicBezTo>
                  <a:pt x="489425" y="3018352"/>
                  <a:pt x="474337" y="3021029"/>
                  <a:pt x="463075" y="3055956"/>
                </a:cubicBezTo>
                <a:cubicBezTo>
                  <a:pt x="469487" y="3072485"/>
                  <a:pt x="464165" y="3083955"/>
                  <a:pt x="455013" y="3094482"/>
                </a:cubicBezTo>
                <a:cubicBezTo>
                  <a:pt x="453131" y="3130054"/>
                  <a:pt x="437643" y="3160106"/>
                  <a:pt x="428391" y="3198850"/>
                </a:cubicBezTo>
                <a:lnTo>
                  <a:pt x="401440" y="3307560"/>
                </a:lnTo>
                <a:lnTo>
                  <a:pt x="386076" y="3373943"/>
                </a:lnTo>
                <a:cubicBezTo>
                  <a:pt x="386236" y="3376061"/>
                  <a:pt x="380537" y="3378856"/>
                  <a:pt x="374726" y="3381364"/>
                </a:cubicBezTo>
                <a:lnTo>
                  <a:pt x="369145" y="3383729"/>
                </a:lnTo>
                <a:lnTo>
                  <a:pt x="364294" y="3414159"/>
                </a:lnTo>
                <a:lnTo>
                  <a:pt x="366450" y="3436925"/>
                </a:lnTo>
                <a:lnTo>
                  <a:pt x="351743" y="3521619"/>
                </a:lnTo>
                <a:lnTo>
                  <a:pt x="345784" y="3603757"/>
                </a:lnTo>
                <a:cubicBezTo>
                  <a:pt x="345255" y="3619979"/>
                  <a:pt x="344727" y="3636202"/>
                  <a:pt x="344198" y="3652424"/>
                </a:cubicBezTo>
                <a:lnTo>
                  <a:pt x="352450" y="3665222"/>
                </a:lnTo>
                <a:lnTo>
                  <a:pt x="342621" y="3700804"/>
                </a:lnTo>
                <a:lnTo>
                  <a:pt x="341514" y="3734774"/>
                </a:lnTo>
                <a:cubicBezTo>
                  <a:pt x="341212" y="3751567"/>
                  <a:pt x="340909" y="3768360"/>
                  <a:pt x="340607" y="3785153"/>
                </a:cubicBezTo>
                <a:cubicBezTo>
                  <a:pt x="340640" y="3786161"/>
                  <a:pt x="340674" y="3787169"/>
                  <a:pt x="340707" y="3788177"/>
                </a:cubicBezTo>
                <a:cubicBezTo>
                  <a:pt x="340592" y="3791719"/>
                  <a:pt x="340476" y="3795261"/>
                  <a:pt x="340361" y="3798803"/>
                </a:cubicBezTo>
                <a:cubicBezTo>
                  <a:pt x="340121" y="3812119"/>
                  <a:pt x="339882" y="3825434"/>
                  <a:pt x="339642" y="3838750"/>
                </a:cubicBezTo>
                <a:cubicBezTo>
                  <a:pt x="337363" y="3949044"/>
                  <a:pt x="361794" y="3960437"/>
                  <a:pt x="360295" y="4015196"/>
                </a:cubicBezTo>
                <a:lnTo>
                  <a:pt x="339043" y="4052778"/>
                </a:lnTo>
                <a:lnTo>
                  <a:pt x="339343" y="4096257"/>
                </a:lnTo>
                <a:cubicBezTo>
                  <a:pt x="362058" y="4159145"/>
                  <a:pt x="332404" y="4250479"/>
                  <a:pt x="340786" y="4321136"/>
                </a:cubicBezTo>
                <a:cubicBezTo>
                  <a:pt x="341421" y="4376624"/>
                  <a:pt x="344189" y="4407708"/>
                  <a:pt x="343158" y="4429174"/>
                </a:cubicBezTo>
                <a:cubicBezTo>
                  <a:pt x="340948" y="4436304"/>
                  <a:pt x="337887" y="4443121"/>
                  <a:pt x="334599" y="4449938"/>
                </a:cubicBezTo>
                <a:lnTo>
                  <a:pt x="332890" y="4453515"/>
                </a:lnTo>
                <a:lnTo>
                  <a:pt x="331105" y="4467941"/>
                </a:lnTo>
                <a:lnTo>
                  <a:pt x="324289" y="4471861"/>
                </a:lnTo>
                <a:lnTo>
                  <a:pt x="317079" y="4493468"/>
                </a:lnTo>
                <a:cubicBezTo>
                  <a:pt x="315353" y="4501584"/>
                  <a:pt x="314639" y="4510343"/>
                  <a:pt x="315557" y="4520067"/>
                </a:cubicBezTo>
                <a:cubicBezTo>
                  <a:pt x="315451" y="4525669"/>
                  <a:pt x="315346" y="4531270"/>
                  <a:pt x="315240" y="4536872"/>
                </a:cubicBezTo>
                <a:lnTo>
                  <a:pt x="316200" y="4538297"/>
                </a:lnTo>
                <a:cubicBezTo>
                  <a:pt x="316738" y="4541182"/>
                  <a:pt x="316785" y="4544563"/>
                  <a:pt x="317507" y="4547582"/>
                </a:cubicBezTo>
                <a:cubicBezTo>
                  <a:pt x="322716" y="4552468"/>
                  <a:pt x="324912" y="4582137"/>
                  <a:pt x="323078" y="4592102"/>
                </a:cubicBezTo>
                <a:cubicBezTo>
                  <a:pt x="314597" y="4619728"/>
                  <a:pt x="334923" y="4645745"/>
                  <a:pt x="328722" y="4667914"/>
                </a:cubicBezTo>
                <a:cubicBezTo>
                  <a:pt x="330810" y="4685069"/>
                  <a:pt x="333803" y="4690356"/>
                  <a:pt x="335597" y="4695035"/>
                </a:cubicBezTo>
                <a:lnTo>
                  <a:pt x="339485" y="4695979"/>
                </a:lnTo>
                <a:lnTo>
                  <a:pt x="341089" y="4704268"/>
                </a:lnTo>
                <a:lnTo>
                  <a:pt x="342177" y="4706060"/>
                </a:lnTo>
                <a:cubicBezTo>
                  <a:pt x="344268" y="4709474"/>
                  <a:pt x="346234" y="4712931"/>
                  <a:pt x="347751" y="4716754"/>
                </a:cubicBezTo>
                <a:lnTo>
                  <a:pt x="344125" y="4764669"/>
                </a:lnTo>
                <a:lnTo>
                  <a:pt x="340188" y="4779386"/>
                </a:lnTo>
                <a:lnTo>
                  <a:pt x="335146" y="4787491"/>
                </a:lnTo>
                <a:lnTo>
                  <a:pt x="319124" y="4843514"/>
                </a:lnTo>
                <a:lnTo>
                  <a:pt x="305956" y="4881505"/>
                </a:lnTo>
                <a:lnTo>
                  <a:pt x="301062" y="4889332"/>
                </a:lnTo>
                <a:lnTo>
                  <a:pt x="302141" y="4899400"/>
                </a:lnTo>
                <a:cubicBezTo>
                  <a:pt x="302767" y="4900706"/>
                  <a:pt x="303536" y="4901803"/>
                  <a:pt x="304424" y="4902664"/>
                </a:cubicBezTo>
                <a:lnTo>
                  <a:pt x="293123" y="4932769"/>
                </a:lnTo>
                <a:lnTo>
                  <a:pt x="292275" y="4936482"/>
                </a:lnTo>
                <a:lnTo>
                  <a:pt x="288304" y="4962325"/>
                </a:lnTo>
                <a:cubicBezTo>
                  <a:pt x="288009" y="4988948"/>
                  <a:pt x="287715" y="5015570"/>
                  <a:pt x="287420" y="5042193"/>
                </a:cubicBezTo>
                <a:cubicBezTo>
                  <a:pt x="295373" y="5039737"/>
                  <a:pt x="281659" y="5060438"/>
                  <a:pt x="287020" y="5065655"/>
                </a:cubicBezTo>
                <a:cubicBezTo>
                  <a:pt x="291675" y="5068928"/>
                  <a:pt x="288601" y="5075970"/>
                  <a:pt x="288488" y="5082216"/>
                </a:cubicBezTo>
                <a:cubicBezTo>
                  <a:pt x="292282" y="5088207"/>
                  <a:pt x="287008" y="5117775"/>
                  <a:pt x="282763" y="5127114"/>
                </a:cubicBezTo>
                <a:cubicBezTo>
                  <a:pt x="267723" y="5152218"/>
                  <a:pt x="280799" y="5182399"/>
                  <a:pt x="269316" y="5202682"/>
                </a:cubicBezTo>
                <a:cubicBezTo>
                  <a:pt x="267050" y="5219969"/>
                  <a:pt x="268614" y="5225841"/>
                  <a:pt x="269174" y="5230835"/>
                </a:cubicBezTo>
                <a:lnTo>
                  <a:pt x="272679" y="5232660"/>
                </a:lnTo>
                <a:lnTo>
                  <a:pt x="272160" y="5241150"/>
                </a:lnTo>
                <a:lnTo>
                  <a:pt x="272760" y="5243156"/>
                </a:lnTo>
                <a:cubicBezTo>
                  <a:pt x="273922" y="5246984"/>
                  <a:pt x="274952" y="5250824"/>
                  <a:pt x="275462" y="5254919"/>
                </a:cubicBezTo>
                <a:cubicBezTo>
                  <a:pt x="258407" y="5258851"/>
                  <a:pt x="276976" y="5290392"/>
                  <a:pt x="262897" y="5286259"/>
                </a:cubicBezTo>
                <a:cubicBezTo>
                  <a:pt x="262724" y="5309439"/>
                  <a:pt x="239612" y="5337531"/>
                  <a:pt x="252761" y="5357801"/>
                </a:cubicBezTo>
                <a:cubicBezTo>
                  <a:pt x="248775" y="5392256"/>
                  <a:pt x="247799" y="5423412"/>
                  <a:pt x="242360" y="5460080"/>
                </a:cubicBezTo>
                <a:cubicBezTo>
                  <a:pt x="232632" y="5488478"/>
                  <a:pt x="242025" y="5519143"/>
                  <a:pt x="229880" y="5539714"/>
                </a:cubicBezTo>
                <a:cubicBezTo>
                  <a:pt x="230558" y="5572454"/>
                  <a:pt x="222150" y="5613340"/>
                  <a:pt x="204283" y="5639080"/>
                </a:cubicBezTo>
                <a:cubicBezTo>
                  <a:pt x="201596" y="5674226"/>
                  <a:pt x="191051" y="5680198"/>
                  <a:pt x="198948" y="5710958"/>
                </a:cubicBezTo>
                <a:cubicBezTo>
                  <a:pt x="196338" y="5713534"/>
                  <a:pt x="194185" y="5716550"/>
                  <a:pt x="192367" y="5719859"/>
                </a:cubicBezTo>
                <a:lnTo>
                  <a:pt x="188035" y="5729935"/>
                </a:lnTo>
                <a:lnTo>
                  <a:pt x="188428" y="5731182"/>
                </a:lnTo>
                <a:lnTo>
                  <a:pt x="181635" y="5753538"/>
                </a:lnTo>
                <a:lnTo>
                  <a:pt x="169744" y="5796307"/>
                </a:lnTo>
                <a:lnTo>
                  <a:pt x="170351" y="5796644"/>
                </a:lnTo>
                <a:cubicBezTo>
                  <a:pt x="171558" y="5797954"/>
                  <a:pt x="172173" y="5799948"/>
                  <a:pt x="171559" y="5803435"/>
                </a:cubicBezTo>
                <a:cubicBezTo>
                  <a:pt x="182664" y="5798231"/>
                  <a:pt x="175075" y="5805646"/>
                  <a:pt x="172284" y="5816391"/>
                </a:cubicBezTo>
                <a:cubicBezTo>
                  <a:pt x="188911" y="5810703"/>
                  <a:pt x="174844" y="5841128"/>
                  <a:pt x="182542" y="5846382"/>
                </a:cubicBezTo>
                <a:cubicBezTo>
                  <a:pt x="180118" y="5854404"/>
                  <a:pt x="177856" y="5862781"/>
                  <a:pt x="175877" y="5871336"/>
                </a:cubicBezTo>
                <a:lnTo>
                  <a:pt x="174910" y="5876376"/>
                </a:lnTo>
                <a:lnTo>
                  <a:pt x="175047" y="5876483"/>
                </a:lnTo>
                <a:cubicBezTo>
                  <a:pt x="175167" y="5877594"/>
                  <a:pt x="174973" y="5879257"/>
                  <a:pt x="174335" y="5881814"/>
                </a:cubicBezTo>
                <a:lnTo>
                  <a:pt x="171273" y="5895339"/>
                </a:lnTo>
                <a:cubicBezTo>
                  <a:pt x="171401" y="5896476"/>
                  <a:pt x="171530" y="5897612"/>
                  <a:pt x="171658" y="5898749"/>
                </a:cubicBezTo>
                <a:lnTo>
                  <a:pt x="174658" y="5919558"/>
                </a:lnTo>
                <a:cubicBezTo>
                  <a:pt x="173958" y="5933601"/>
                  <a:pt x="171208" y="5962838"/>
                  <a:pt x="169099" y="5984417"/>
                </a:cubicBezTo>
                <a:cubicBezTo>
                  <a:pt x="162916" y="6005205"/>
                  <a:pt x="164971" y="6025162"/>
                  <a:pt x="162007" y="6049043"/>
                </a:cubicBezTo>
                <a:cubicBezTo>
                  <a:pt x="150795" y="6073830"/>
                  <a:pt x="160091" y="6088483"/>
                  <a:pt x="156875" y="6114000"/>
                </a:cubicBezTo>
                <a:cubicBezTo>
                  <a:pt x="141597" y="6134477"/>
                  <a:pt x="163381" y="6133378"/>
                  <a:pt x="165441" y="6146938"/>
                </a:cubicBezTo>
                <a:lnTo>
                  <a:pt x="165177" y="6150658"/>
                </a:lnTo>
                <a:lnTo>
                  <a:pt x="161772" y="6160011"/>
                </a:lnTo>
                <a:lnTo>
                  <a:pt x="160051" y="6163393"/>
                </a:lnTo>
                <a:cubicBezTo>
                  <a:pt x="159032" y="6165775"/>
                  <a:pt x="158564" y="6167421"/>
                  <a:pt x="158473" y="6168628"/>
                </a:cubicBezTo>
                <a:cubicBezTo>
                  <a:pt x="158506" y="6168685"/>
                  <a:pt x="158540" y="6168742"/>
                  <a:pt x="158573" y="6168799"/>
                </a:cubicBezTo>
                <a:lnTo>
                  <a:pt x="146463" y="6196671"/>
                </a:lnTo>
                <a:cubicBezTo>
                  <a:pt x="152348" y="6205503"/>
                  <a:pt x="134460" y="6231012"/>
                  <a:pt x="150209" y="6232365"/>
                </a:cubicBezTo>
                <a:cubicBezTo>
                  <a:pt x="145821" y="6242321"/>
                  <a:pt x="137774" y="6246719"/>
                  <a:pt x="148544" y="6246162"/>
                </a:cubicBezTo>
                <a:cubicBezTo>
                  <a:pt x="147378" y="6249522"/>
                  <a:pt x="147566" y="6251866"/>
                  <a:pt x="148403" y="6253754"/>
                </a:cubicBezTo>
                <a:lnTo>
                  <a:pt x="138880" y="6276449"/>
                </a:lnTo>
                <a:cubicBezTo>
                  <a:pt x="138814" y="6277540"/>
                  <a:pt x="138749" y="6278630"/>
                  <a:pt x="138683" y="6279721"/>
                </a:cubicBezTo>
                <a:lnTo>
                  <a:pt x="130721" y="6293675"/>
                </a:lnTo>
                <a:lnTo>
                  <a:pt x="120717" y="6313967"/>
                </a:lnTo>
                <a:cubicBezTo>
                  <a:pt x="120758" y="6314457"/>
                  <a:pt x="120800" y="6314947"/>
                  <a:pt x="120841" y="6315437"/>
                </a:cubicBezTo>
                <a:lnTo>
                  <a:pt x="115208" y="6324024"/>
                </a:lnTo>
                <a:cubicBezTo>
                  <a:pt x="113007" y="6326672"/>
                  <a:pt x="103991" y="6364381"/>
                  <a:pt x="101217" y="6365923"/>
                </a:cubicBezTo>
                <a:lnTo>
                  <a:pt x="74946" y="6556817"/>
                </a:lnTo>
                <a:cubicBezTo>
                  <a:pt x="55357" y="6665926"/>
                  <a:pt x="35695" y="6744075"/>
                  <a:pt x="16001" y="6808678"/>
                </a:cubicBezTo>
                <a:lnTo>
                  <a:pt x="0" y="6858000"/>
                </a:lnTo>
                <a:lnTo>
                  <a:pt x="5734864" y="6858000"/>
                </a:lnTo>
                <a:lnTo>
                  <a:pt x="5734864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278656-9CDE-D34C-D138-D42FCDC324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3408" y="992094"/>
            <a:ext cx="3616913" cy="279516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Live note keeping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AF50AE-F3BA-4E58-C25E-8D9211F9F5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6287" y="4121253"/>
            <a:ext cx="3125337" cy="1136843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 algn="ctr">
              <a:buNone/>
            </a:pPr>
            <a:r>
              <a: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/>
              </a:rPr>
              <a:t>https://bit.ly/4hNUtJd</a:t>
            </a:r>
            <a:endParaRPr lang="en-US" sz="18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indent="0" algn="ctr">
              <a:buNone/>
            </a:pPr>
            <a:endParaRPr lang="en-US" sz="18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AutoShape 2" descr="QR code preview">
            <a:extLst>
              <a:ext uri="{FF2B5EF4-FFF2-40B4-BE49-F238E27FC236}">
                <a16:creationId xmlns:a16="http://schemas.microsoft.com/office/drawing/2014/main" id="{66E64B13-BC02-2B85-6D5E-D754CE650FC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64A9EE1E-B1A9-1B46-97CA-0457649554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00801" y="786882"/>
            <a:ext cx="4802154" cy="4802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62495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B46EFD-99EC-63A6-EBDE-07F79E5A43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GB" sz="4000"/>
              <a:t>Recap day 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473C41-CD9D-77F7-38C0-2A47ECF588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81943"/>
            <a:ext cx="10168128" cy="369502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1700" b="1" dirty="0">
                <a:effectLst/>
                <a:latin typeface="Consolas" panose="020B0609020204030204" pitchFamily="49" charset="0"/>
              </a:rPr>
              <a:t>Goal: Analysis inflammation data</a:t>
            </a:r>
          </a:p>
          <a:p>
            <a:pPr marL="0" indent="0">
              <a:buNone/>
            </a:pPr>
            <a:endParaRPr lang="en-US" sz="1200" b="0" dirty="0">
              <a:effectLst/>
              <a:latin typeface="Consolas" panose="020B0609020204030204" pitchFamily="49" charset="0"/>
            </a:endParaRPr>
          </a:p>
          <a:p>
            <a:r>
              <a:rPr lang="en-US" sz="1400" b="0" dirty="0">
                <a:effectLst/>
                <a:latin typeface="Consolas" panose="020B0609020204030204" pitchFamily="49" charset="0"/>
              </a:rPr>
              <a:t>Python fundamentals on variables and lists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</a:rPr>
              <a:t>Import and </a:t>
            </a:r>
            <a:r>
              <a:rPr lang="en-US" sz="1400" b="0" dirty="0" err="1">
                <a:effectLst/>
                <a:latin typeface="Consolas" panose="020B0609020204030204" pitchFamily="49" charset="0"/>
              </a:rPr>
              <a:t>analyse</a:t>
            </a:r>
            <a:r>
              <a:rPr lang="en-US" sz="1400" b="0" dirty="0">
                <a:effectLst/>
                <a:latin typeface="Consolas" panose="020B0609020204030204" pitchFamily="49" charset="0"/>
              </a:rPr>
              <a:t> data with `</a:t>
            </a:r>
            <a:r>
              <a:rPr lang="en-US" sz="1400" b="0" dirty="0" err="1">
                <a:effectLst/>
                <a:latin typeface="Consolas" panose="020B0609020204030204" pitchFamily="49" charset="0"/>
              </a:rPr>
              <a:t>numpy</a:t>
            </a:r>
            <a:r>
              <a:rPr lang="en-US" sz="1400" b="0" dirty="0">
                <a:effectLst/>
                <a:latin typeface="Consolas" panose="020B0609020204030204" pitchFamily="49" charset="0"/>
              </a:rPr>
              <a:t>`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</a:rPr>
              <a:t>Create figure with subplots using `</a:t>
            </a:r>
            <a:r>
              <a:rPr lang="en-US" sz="1400" b="0" dirty="0" err="1">
                <a:effectLst/>
                <a:latin typeface="Consolas" panose="020B0609020204030204" pitchFamily="49" charset="0"/>
              </a:rPr>
              <a:t>matplotlib.pyplot</a:t>
            </a:r>
            <a:r>
              <a:rPr lang="en-US" sz="1400" b="0" dirty="0">
                <a:effectLst/>
                <a:latin typeface="Consolas" panose="020B0609020204030204" pitchFamily="49" charset="0"/>
              </a:rPr>
              <a:t>`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</a:rPr>
              <a:t>Repeat analysis in a for-loop together with `glob`</a:t>
            </a:r>
          </a:p>
          <a:p>
            <a:pPr marL="0" indent="0">
              <a:buNone/>
            </a:pPr>
            <a:endParaRPr lang="en-US" sz="1400" dirty="0">
              <a:latin typeface="Consolas" panose="020B0609020204030204" pitchFamily="49" charset="0"/>
            </a:endParaRPr>
          </a:p>
          <a:p>
            <a:pPr marL="0" indent="0">
              <a:spcBef>
                <a:spcPct val="0"/>
              </a:spcBef>
              <a:buNone/>
            </a:pPr>
            <a:br>
              <a:rPr lang="en-US" sz="1200" b="0" dirty="0">
                <a:effectLst/>
                <a:latin typeface="Consolas" panose="020B0609020204030204" pitchFamily="49" charset="0"/>
              </a:rPr>
            </a:br>
            <a:r>
              <a:rPr lang="en-US" sz="2400" dirty="0">
                <a:latin typeface="+mj-lt"/>
                <a:ea typeface="+mj-ea"/>
                <a:cs typeface="+mj-cs"/>
              </a:rPr>
              <a:t>Today</a:t>
            </a:r>
          </a:p>
          <a:p>
            <a:r>
              <a:rPr lang="en-US" sz="1600" b="1" dirty="0">
                <a:effectLst/>
                <a:latin typeface="Consolas" panose="020B0609020204030204" pitchFamily="49" charset="0"/>
              </a:rPr>
              <a:t>Catch suspicious datasets with conditional statements</a:t>
            </a:r>
          </a:p>
          <a:p>
            <a:r>
              <a:rPr lang="en-US" sz="1600" b="1" dirty="0">
                <a:effectLst/>
                <a:latin typeface="Consolas" panose="020B0609020204030204" pitchFamily="49" charset="0"/>
              </a:rPr>
              <a:t>Create reusable function(s) with the analysis</a:t>
            </a:r>
          </a:p>
          <a:p>
            <a:r>
              <a:rPr lang="en-US" sz="1600" b="1" dirty="0">
                <a:effectLst/>
                <a:latin typeface="Consolas" panose="020B0609020204030204" pitchFamily="49" charset="0"/>
              </a:rPr>
              <a:t>Understand errors</a:t>
            </a:r>
          </a:p>
          <a:p>
            <a:r>
              <a:rPr lang="en-US" sz="1600" b="1" dirty="0">
                <a:effectLst/>
                <a:latin typeface="Consolas" panose="020B0609020204030204" pitchFamily="49" charset="0"/>
              </a:rPr>
              <a:t>Run python in the command line (</a:t>
            </a:r>
            <a:r>
              <a:rPr lang="en-US" sz="1600" b="1" dirty="0" err="1">
                <a:effectLst/>
                <a:latin typeface="Consolas" panose="020B0609020204030204" pitchFamily="49" charset="0"/>
              </a:rPr>
              <a:t>unix</a:t>
            </a:r>
            <a:r>
              <a:rPr lang="en-US" sz="1600" b="1" dirty="0">
                <a:latin typeface="Consolas" panose="020B0609020204030204" pitchFamily="49" charset="0"/>
              </a:rPr>
              <a:t> shell</a:t>
            </a:r>
            <a:r>
              <a:rPr lang="en-US" sz="1600" b="1" dirty="0">
                <a:effectLst/>
                <a:latin typeface="Consolas" panose="020B0609020204030204" pitchFamily="49" charset="0"/>
              </a:rPr>
              <a:t>)</a:t>
            </a:r>
          </a:p>
          <a:p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4232634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68AF5748-FED8-45BA-8631-26D1D10F32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A6FA06-8B83-D589-EEFB-3C1456EF0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b="1" kern="120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Tidying up / Modular Code</a:t>
            </a:r>
            <a:br>
              <a:rPr lang="en-US" sz="4800" b="0" kern="120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</a:br>
            <a:endParaRPr lang="en-US" sz="48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7" name="Picture 6" descr="A diagram of a function&#10;&#10;Description automatically generated">
            <a:extLst>
              <a:ext uri="{FF2B5EF4-FFF2-40B4-BE49-F238E27FC236}">
                <a16:creationId xmlns:a16="http://schemas.microsoft.com/office/drawing/2014/main" id="{282F20BA-54A9-7633-3D68-1E90E2CE14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4608" y="1658899"/>
            <a:ext cx="6846363" cy="3388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8350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C8B26E-1CA2-2433-10DD-DC782020745C}"/>
              </a:ext>
            </a:extLst>
          </p:cNvPr>
          <p:cNvSpPr txBox="1">
            <a:spLocks/>
          </p:cNvSpPr>
          <p:nvPr/>
        </p:nvSpPr>
        <p:spPr>
          <a:xfrm>
            <a:off x="1115568" y="548640"/>
            <a:ext cx="10168128" cy="11795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en-US" sz="37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Tidying up / Modular Code</a:t>
            </a:r>
            <a:br>
              <a:rPr lang="en-US" sz="3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endParaRPr lang="en-US" sz="37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08AACD-0A2A-A4E2-0C69-59CD1787325B}"/>
              </a:ext>
            </a:extLst>
          </p:cNvPr>
          <p:cNvSpPr txBox="1">
            <a:spLocks/>
          </p:cNvSpPr>
          <p:nvPr/>
        </p:nvSpPr>
        <p:spPr>
          <a:xfrm>
            <a:off x="1115568" y="2481943"/>
            <a:ext cx="10168128" cy="36950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br>
              <a:rPr lang="en-US" sz="2200" dirty="0"/>
            </a:br>
            <a:r>
              <a:rPr lang="en-US" sz="2200" dirty="0"/>
              <a:t>Modular coding is a </a:t>
            </a:r>
            <a:r>
              <a:rPr lang="en-US" sz="2200" b="1" dirty="0"/>
              <a:t>software design technique </a:t>
            </a:r>
            <a:r>
              <a:rPr lang="en-US" sz="2200" dirty="0"/>
              <a:t>that involves breaking code down into smaller, reusable units called modules or functions.</a:t>
            </a:r>
          </a:p>
          <a:p>
            <a:pPr marL="0"/>
            <a:endParaRPr lang="en-US" sz="2200" dirty="0"/>
          </a:p>
          <a:p>
            <a:pPr marL="0" indent="0">
              <a:buNone/>
            </a:pPr>
            <a:r>
              <a:rPr lang="en-US" sz="2200" dirty="0"/>
              <a:t>Advantages</a:t>
            </a:r>
          </a:p>
          <a:p>
            <a:r>
              <a:rPr lang="en-US" sz="2200" dirty="0"/>
              <a:t>Your code is </a:t>
            </a:r>
            <a:r>
              <a:rPr lang="en-US" sz="2200" b="1" dirty="0"/>
              <a:t>easier to read, debug, and maintain</a:t>
            </a:r>
            <a:r>
              <a:rPr lang="en-US" sz="2200" dirty="0"/>
              <a:t>.</a:t>
            </a:r>
          </a:p>
          <a:p>
            <a:r>
              <a:rPr lang="en-US" sz="2200" dirty="0"/>
              <a:t>Improve </a:t>
            </a:r>
            <a:r>
              <a:rPr lang="en-US" sz="2200" b="1" dirty="0"/>
              <a:t>reusability</a:t>
            </a:r>
            <a:r>
              <a:rPr lang="en-US" sz="2200" dirty="0"/>
              <a:t> of your code for yourself and others.</a:t>
            </a:r>
          </a:p>
          <a:p>
            <a:r>
              <a:rPr lang="en-US" sz="2200" dirty="0"/>
              <a:t>Use functions to break down complex tasks into </a:t>
            </a:r>
            <a:r>
              <a:rPr lang="en-US" sz="2200" b="1" dirty="0"/>
              <a:t>simpler steps</a:t>
            </a:r>
            <a:r>
              <a:rPr lang="en-US" sz="2200" dirty="0"/>
              <a:t>. (</a:t>
            </a:r>
            <a:r>
              <a:rPr lang="en-US" sz="2200" dirty="0" err="1"/>
              <a:t>undernstability</a:t>
            </a:r>
            <a:r>
              <a:rPr lang="en-US" sz="2200" dirty="0"/>
              <a:t>)</a:t>
            </a:r>
          </a:p>
          <a:p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14044144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A84F45-7F1C-DEFC-F0BE-E4E3EE2393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US" sz="3700" b="1">
                <a:effectLst/>
                <a:latin typeface="Consolas" panose="020B0609020204030204" pitchFamily="49" charset="0"/>
              </a:rPr>
              <a:t>Defensive Programming</a:t>
            </a:r>
            <a:br>
              <a:rPr lang="en-US" sz="3700" b="0">
                <a:effectLst/>
                <a:latin typeface="Consolas" panose="020B0609020204030204" pitchFamily="49" charset="0"/>
              </a:rPr>
            </a:br>
            <a:endParaRPr lang="en-GB" sz="370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9891ED-140E-455B-F300-7F061F7BCA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81943"/>
            <a:ext cx="10168128" cy="3695020"/>
          </a:xfrm>
        </p:spPr>
        <p:txBody>
          <a:bodyPr>
            <a:normAutofit/>
          </a:bodyPr>
          <a:lstStyle/>
          <a:p>
            <a:r>
              <a:rPr lang="en-US" sz="2200" dirty="0"/>
              <a:t>Program defensively, i.e., assume that errors are going to arise, and write code to detect them when they do.</a:t>
            </a:r>
          </a:p>
          <a:p>
            <a:r>
              <a:rPr lang="en-US" sz="2200" dirty="0"/>
              <a:t>Put assertions in programs to check their state as they run, and to help readers understand how those programs are supposed to work.</a:t>
            </a:r>
          </a:p>
          <a:p>
            <a:r>
              <a:rPr lang="en-US" sz="2200" dirty="0"/>
              <a:t>Failed assertions will generate a `</a:t>
            </a:r>
            <a:r>
              <a:rPr lang="en-US" sz="2200" dirty="0" err="1"/>
              <a:t>AssertionError</a:t>
            </a:r>
            <a:r>
              <a:rPr lang="en-US" sz="2200" dirty="0"/>
              <a:t>`</a:t>
            </a:r>
          </a:p>
          <a:p>
            <a:r>
              <a:rPr lang="en-US" sz="2200" dirty="0"/>
              <a:t>Use pre-conditions to check that the inputs to a function are safe to use.</a:t>
            </a:r>
          </a:p>
          <a:p>
            <a:r>
              <a:rPr lang="en-US" sz="2200" dirty="0"/>
              <a:t>Use post-conditions to check that the output from a function is safe to use.</a:t>
            </a:r>
          </a:p>
          <a:p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6124062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Freeform: Shape 12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5" name="Freeform: Shape 14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F8CCD44-D224-4989-A79B-0B0890BDC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094" y="1161288"/>
            <a:ext cx="3438144" cy="1239012"/>
          </a:xfrm>
        </p:spPr>
        <p:txBody>
          <a:bodyPr anchor="ctr">
            <a:normAutofit fontScale="90000"/>
          </a:bodyPr>
          <a:lstStyle/>
          <a:p>
            <a:pPr algn="ctr"/>
            <a:r>
              <a:rPr lang="en-US" sz="1800" b="1" dirty="0">
                <a:effectLst/>
                <a:latin typeface="Consolas" panose="020B0609020204030204" pitchFamily="49" charset="0"/>
              </a:rPr>
              <a:t>Command-line programs: </a:t>
            </a:r>
            <a:br>
              <a:rPr lang="en-US" sz="1800" b="1" dirty="0">
                <a:effectLst/>
                <a:latin typeface="Consolas" panose="020B0609020204030204" pitchFamily="49" charset="0"/>
              </a:rPr>
            </a:br>
            <a:r>
              <a:rPr lang="en-US" sz="1800" b="0" dirty="0">
                <a:effectLst/>
                <a:latin typeface="Consolas" panose="020B0609020204030204" pitchFamily="49" charset="0"/>
              </a:rPr>
              <a:t>Running python scripts in the terminal </a:t>
            </a:r>
            <a:br>
              <a:rPr lang="en-US" sz="1800" b="0" dirty="0">
                <a:effectLst/>
                <a:latin typeface="Consolas" panose="020B0609020204030204" pitchFamily="49" charset="0"/>
              </a:rPr>
            </a:br>
            <a:r>
              <a:rPr lang="en-US" sz="1800" b="1" dirty="0">
                <a:effectLst/>
                <a:latin typeface="Consolas" panose="020B0609020204030204" pitchFamily="49" charset="0"/>
              </a:rPr>
              <a:t> </a:t>
            </a:r>
            <a:br>
              <a:rPr lang="en-US" sz="1800" b="0" dirty="0">
                <a:effectLst/>
                <a:latin typeface="Consolas" panose="020B0609020204030204" pitchFamily="49" charset="0"/>
              </a:rPr>
            </a:br>
            <a:endParaRPr lang="en-GB" sz="1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07E2E9-ACEF-3208-C916-DD044DD887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8259" y="2644902"/>
            <a:ext cx="3890010" cy="3207258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1800" dirty="0">
                <a:effectLst/>
                <a:latin typeface="Aptos "/>
              </a:rPr>
              <a:t>when to use the terminal:</a:t>
            </a:r>
          </a:p>
          <a:p>
            <a:pPr marL="0" indent="0">
              <a:buNone/>
            </a:pPr>
            <a:endParaRPr lang="en-US" sz="1800" dirty="0">
              <a:effectLst/>
              <a:latin typeface="Aptos "/>
            </a:endParaRPr>
          </a:p>
          <a:p>
            <a:pPr marL="742950" indent="-742950">
              <a:buFont typeface="+mj-lt"/>
              <a:buAutoNum type="arabicPeriod"/>
            </a:pPr>
            <a:r>
              <a:rPr lang="en-US" sz="1800" dirty="0">
                <a:effectLst/>
                <a:latin typeface="Aptos "/>
              </a:rPr>
              <a:t>Automation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1800" dirty="0">
                <a:effectLst/>
                <a:latin typeface="Aptos "/>
              </a:rPr>
              <a:t>Working on remote servers , like an HPC/cloud platforms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1800" dirty="0">
                <a:effectLst/>
                <a:latin typeface="Aptos "/>
              </a:rPr>
              <a:t>Command line arguments : </a:t>
            </a:r>
          </a:p>
          <a:p>
            <a:pPr marL="457200" lvl="1" indent="0">
              <a:buNone/>
            </a:pPr>
            <a:r>
              <a:rPr lang="en-US" sz="1400" dirty="0">
                <a:effectLst/>
                <a:latin typeface="Aptos "/>
              </a:rPr>
              <a:t>Building command-line tools or utilities that accept arguments from the user.</a:t>
            </a:r>
          </a:p>
          <a:p>
            <a:endParaRPr lang="en-US" sz="1800" dirty="0">
              <a:latin typeface="Aptos "/>
            </a:endParaRPr>
          </a:p>
          <a:p>
            <a:pPr marL="0" indent="0">
              <a:buNone/>
            </a:pPr>
            <a:endParaRPr lang="en-GB" sz="1800" dirty="0">
              <a:latin typeface="Aptos "/>
            </a:endParaRPr>
          </a:p>
        </p:txBody>
      </p:sp>
      <p:pic>
        <p:nvPicPr>
          <p:cNvPr id="5" name="Picture 4" descr="A screenshot of a computer terminal&#10;&#10;Description automatically generated">
            <a:extLst>
              <a:ext uri="{FF2B5EF4-FFF2-40B4-BE49-F238E27FC236}">
                <a16:creationId xmlns:a16="http://schemas.microsoft.com/office/drawing/2014/main" id="{D5834816-BE09-A009-DE30-892CF738FA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4901184" y="1271044"/>
            <a:ext cx="6922008" cy="441649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CD7018B-C91C-BD23-48F1-3E2AF1303BD2}"/>
              </a:ext>
            </a:extLst>
          </p:cNvPr>
          <p:cNvSpPr txBox="1"/>
          <p:nvPr/>
        </p:nvSpPr>
        <p:spPr>
          <a:xfrm>
            <a:off x="9391116" y="5487485"/>
            <a:ext cx="2432076" cy="200055"/>
          </a:xfrm>
          <a:prstGeom prst="rect">
            <a:avLst/>
          </a:prstGeom>
          <a:solidFill>
            <a:srgbClr val="000000"/>
          </a:solidFill>
        </p:spPr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en-GB" sz="700">
                <a:solidFill>
                  <a:srgbClr val="FFFFFF"/>
                </a:solidFill>
                <a:hlinkClick r:id="rId3" tooltip="https://en.wikipedia.org/wiki/Bourne_shel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This Photo</a:t>
            </a:r>
            <a:r>
              <a:rPr lang="en-GB" sz="700">
                <a:solidFill>
                  <a:srgbClr val="FFFFFF"/>
                </a:solidFill>
              </a:rPr>
              <a:t> by Unknown Author is licensed under </a:t>
            </a:r>
            <a:r>
              <a:rPr lang="en-GB" sz="700">
                <a:solidFill>
                  <a:srgbClr val="FFFFFF"/>
                </a:solidFill>
                <a:hlinkClick r:id="rId4" tooltip="https://creativecommons.org/licenses/by-sa/3.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BY-SA</a:t>
            </a:r>
            <a:endParaRPr lang="en-GB" sz="7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498554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</TotalTime>
  <Words>388</Words>
  <Application>Microsoft Office PowerPoint</Application>
  <PresentationFormat>Widescreen</PresentationFormat>
  <Paragraphs>58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Aptos</vt:lpstr>
      <vt:lpstr>Aptos </vt:lpstr>
      <vt:lpstr>Aptos Display</vt:lpstr>
      <vt:lpstr>Arial</vt:lpstr>
      <vt:lpstr>Calibri</vt:lpstr>
      <vt:lpstr>Consolas</vt:lpstr>
      <vt:lpstr>Office Theme</vt:lpstr>
      <vt:lpstr>Welcome to Day 2- Python/SWC</vt:lpstr>
      <vt:lpstr>Agenda Day 2 Python SWC</vt:lpstr>
      <vt:lpstr>Live note keeping </vt:lpstr>
      <vt:lpstr>Recap day 1</vt:lpstr>
      <vt:lpstr>Tidying up / Modular Code </vt:lpstr>
      <vt:lpstr>PowerPoint Presentation</vt:lpstr>
      <vt:lpstr>Defensive Programming </vt:lpstr>
      <vt:lpstr>Command-line programs:  Running python scripts in the terminal    </vt:lpstr>
    </vt:vector>
  </TitlesOfParts>
  <Company>TU Delft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Leila Iñigo de la Cruz</dc:creator>
  <cp:lastModifiedBy>Leila Iñigo de la Cruz</cp:lastModifiedBy>
  <cp:revision>7</cp:revision>
  <dcterms:created xsi:type="dcterms:W3CDTF">2024-10-23T11:55:19Z</dcterms:created>
  <dcterms:modified xsi:type="dcterms:W3CDTF">2024-11-05T08:43:14Z</dcterms:modified>
</cp:coreProperties>
</file>